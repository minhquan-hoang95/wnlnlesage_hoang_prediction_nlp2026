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04" r:id="rId4"/>
    <p:sldId id="257" r:id="rId5"/>
    <p:sldId id="300" r:id="rId6"/>
    <p:sldId id="301" r:id="rId7"/>
    <p:sldId id="302" r:id="rId8"/>
    <p:sldId id="303" r:id="rId9"/>
    <p:sldId id="307" r:id="rId10"/>
    <p:sldId id="308" r:id="rId11"/>
    <p:sldId id="309" r:id="rId12"/>
    <p:sldId id="305" r:id="rId13"/>
    <p:sldId id="311" r:id="rId14"/>
    <p:sldId id="312" r:id="rId15"/>
    <p:sldId id="313" r:id="rId16"/>
    <p:sldId id="314" r:id="rId17"/>
    <p:sldId id="315" r:id="rId18"/>
    <p:sldId id="317" r:id="rId19"/>
    <p:sldId id="306" r:id="rId20"/>
    <p:sldId id="298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 snapToGrid="0">
      <p:cViewPr>
        <p:scale>
          <a:sx n="72" d="100"/>
          <a:sy n="72" d="100"/>
        </p:scale>
        <p:origin x="10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F44B2F-6202-4E7F-8D25-88EEFE4259FE}" type="doc">
      <dgm:prSet loTypeId="urn:microsoft.com/office/officeart/2008/layout/HalfCircleOrganizationChart" loCatId="hierarchy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5B7E83C-695A-4BA4-9F22-FAC78E650378}">
      <dgm:prSet/>
      <dgm:spPr/>
      <dgm:t>
        <a:bodyPr/>
        <a:lstStyle/>
        <a:p>
          <a:r>
            <a:rPr lang="en-GB" b="1" noProof="0" dirty="0"/>
            <a:t>Bayes</a:t>
          </a:r>
        </a:p>
      </dgm:t>
    </dgm:pt>
    <dgm:pt modelId="{F5BBD3EF-3D17-4D7B-AC74-204CC62ED687}" type="parTrans" cxnId="{C97A2949-290F-4D0A-B477-03E5CB67671A}">
      <dgm:prSet/>
      <dgm:spPr/>
      <dgm:t>
        <a:bodyPr/>
        <a:lstStyle/>
        <a:p>
          <a:endParaRPr lang="en-US"/>
        </a:p>
      </dgm:t>
    </dgm:pt>
    <dgm:pt modelId="{D078E66B-9095-4A30-9750-5B82E9742CA6}" type="sibTrans" cxnId="{C97A2949-290F-4D0A-B477-03E5CB67671A}">
      <dgm:prSet/>
      <dgm:spPr/>
      <dgm:t>
        <a:bodyPr/>
        <a:lstStyle/>
        <a:p>
          <a:endParaRPr lang="en-US"/>
        </a:p>
      </dgm:t>
    </dgm:pt>
    <dgm:pt modelId="{BBC09C77-29E0-4076-AF56-09E1FB0A726D}">
      <dgm:prSet/>
      <dgm:spPr/>
      <dgm:t>
        <a:bodyPr/>
        <a:lstStyle/>
        <a:p>
          <a:r>
            <a:rPr lang="en-GB" b="1" noProof="0" dirty="0"/>
            <a:t>Logistic</a:t>
          </a:r>
          <a:r>
            <a:rPr lang="en-GB" noProof="0" dirty="0"/>
            <a:t> </a:t>
          </a:r>
        </a:p>
      </dgm:t>
    </dgm:pt>
    <dgm:pt modelId="{D4A31AE2-E5F7-4400-AB1D-3D7DF46B8FB9}" type="parTrans" cxnId="{A0B4705C-D600-4E87-88E4-74C9B3BC50E7}">
      <dgm:prSet/>
      <dgm:spPr/>
      <dgm:t>
        <a:bodyPr/>
        <a:lstStyle/>
        <a:p>
          <a:endParaRPr lang="en-US"/>
        </a:p>
      </dgm:t>
    </dgm:pt>
    <dgm:pt modelId="{CD98ADCB-7891-4206-BB15-72A553DD9B8A}" type="sibTrans" cxnId="{A0B4705C-D600-4E87-88E4-74C9B3BC50E7}">
      <dgm:prSet/>
      <dgm:spPr/>
      <dgm:t>
        <a:bodyPr/>
        <a:lstStyle/>
        <a:p>
          <a:endParaRPr lang="en-US"/>
        </a:p>
      </dgm:t>
    </dgm:pt>
    <dgm:pt modelId="{05F3CCA2-7E35-45A7-AC2C-EBF285157D5C}">
      <dgm:prSet/>
      <dgm:spPr/>
      <dgm:t>
        <a:bodyPr/>
        <a:lstStyle/>
        <a:p>
          <a:r>
            <a:rPr lang="en-GB" b="1" noProof="0" dirty="0">
              <a:solidFill>
                <a:srgbClr val="C00000"/>
              </a:solidFill>
            </a:rPr>
            <a:t>MLP over BERT Embedding</a:t>
          </a:r>
        </a:p>
      </dgm:t>
    </dgm:pt>
    <dgm:pt modelId="{76686F97-96D4-4DB6-B79E-B6F029889322}" type="parTrans" cxnId="{E11654A9-DACF-4385-8343-1252AA0C1FD7}">
      <dgm:prSet/>
      <dgm:spPr/>
      <dgm:t>
        <a:bodyPr/>
        <a:lstStyle/>
        <a:p>
          <a:endParaRPr lang="en-US"/>
        </a:p>
      </dgm:t>
    </dgm:pt>
    <dgm:pt modelId="{1AA7A1D5-92D3-4B96-B6B1-B005C667E21E}" type="sibTrans" cxnId="{E11654A9-DACF-4385-8343-1252AA0C1FD7}">
      <dgm:prSet/>
      <dgm:spPr/>
      <dgm:t>
        <a:bodyPr/>
        <a:lstStyle/>
        <a:p>
          <a:endParaRPr lang="en-US"/>
        </a:p>
      </dgm:t>
    </dgm:pt>
    <dgm:pt modelId="{00CF9262-1D2B-46CC-80C3-F4D04899608D}">
      <dgm:prSet/>
      <dgm:spPr/>
      <dgm:t>
        <a:bodyPr/>
        <a:lstStyle/>
        <a:p>
          <a:r>
            <a:rPr lang="en-GB" b="1" noProof="0" dirty="0">
              <a:solidFill>
                <a:schemeClr val="bg2">
                  <a:lumMod val="90000"/>
                </a:schemeClr>
              </a:solidFill>
            </a:rPr>
            <a:t>Document similarity</a:t>
          </a:r>
        </a:p>
      </dgm:t>
    </dgm:pt>
    <dgm:pt modelId="{4B129930-CEA0-427F-9A24-F214B7B0E78E}" type="parTrans" cxnId="{F6F06B3A-B218-41F2-A601-50A119FCE88D}">
      <dgm:prSet/>
      <dgm:spPr/>
      <dgm:t>
        <a:bodyPr/>
        <a:lstStyle/>
        <a:p>
          <a:endParaRPr lang="fr-FR"/>
        </a:p>
      </dgm:t>
    </dgm:pt>
    <dgm:pt modelId="{377E4125-D671-49F1-B295-49C4F91C15AC}" type="sibTrans" cxnId="{F6F06B3A-B218-41F2-A601-50A119FCE88D}">
      <dgm:prSet/>
      <dgm:spPr/>
      <dgm:t>
        <a:bodyPr/>
        <a:lstStyle/>
        <a:p>
          <a:endParaRPr lang="fr-FR"/>
        </a:p>
      </dgm:t>
    </dgm:pt>
    <dgm:pt modelId="{3AF38C7A-2F0D-42C8-92B1-3240E0D24A04}" type="pres">
      <dgm:prSet presAssocID="{F3F44B2F-6202-4E7F-8D25-88EEFE4259FE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9635223-C855-4DA3-B2B0-96ED2FF6E368}" type="pres">
      <dgm:prSet presAssocID="{25B7E83C-695A-4BA4-9F22-FAC78E650378}" presName="hierRoot1" presStyleCnt="0">
        <dgm:presLayoutVars>
          <dgm:hierBranch val="init"/>
        </dgm:presLayoutVars>
      </dgm:prSet>
      <dgm:spPr/>
    </dgm:pt>
    <dgm:pt modelId="{98DB2310-5AF9-473D-9D62-3D369BCAF89C}" type="pres">
      <dgm:prSet presAssocID="{25B7E83C-695A-4BA4-9F22-FAC78E650378}" presName="rootComposite1" presStyleCnt="0"/>
      <dgm:spPr/>
    </dgm:pt>
    <dgm:pt modelId="{E1496BDC-BC5A-43F4-B252-BE6E4489898B}" type="pres">
      <dgm:prSet presAssocID="{25B7E83C-695A-4BA4-9F22-FAC78E650378}" presName="rootText1" presStyleLbl="alignAcc1" presStyleIdx="0" presStyleCnt="0">
        <dgm:presLayoutVars>
          <dgm:chPref val="3"/>
        </dgm:presLayoutVars>
      </dgm:prSet>
      <dgm:spPr/>
    </dgm:pt>
    <dgm:pt modelId="{6C7940A5-8E0E-4A47-95F0-91D031D9B4E0}" type="pres">
      <dgm:prSet presAssocID="{25B7E83C-695A-4BA4-9F22-FAC78E650378}" presName="topArc1" presStyleLbl="parChTrans1D1" presStyleIdx="0" presStyleCnt="8"/>
      <dgm:spPr/>
    </dgm:pt>
    <dgm:pt modelId="{19702691-3869-480C-8F1D-D1B27389E336}" type="pres">
      <dgm:prSet presAssocID="{25B7E83C-695A-4BA4-9F22-FAC78E650378}" presName="bottomArc1" presStyleLbl="parChTrans1D1" presStyleIdx="1" presStyleCnt="8"/>
      <dgm:spPr/>
    </dgm:pt>
    <dgm:pt modelId="{95619C8A-C913-4375-9C8F-91786E7237F2}" type="pres">
      <dgm:prSet presAssocID="{25B7E83C-695A-4BA4-9F22-FAC78E650378}" presName="topConnNode1" presStyleLbl="node1" presStyleIdx="0" presStyleCnt="0"/>
      <dgm:spPr/>
    </dgm:pt>
    <dgm:pt modelId="{19648007-11E5-4228-BE55-6FB979419E31}" type="pres">
      <dgm:prSet presAssocID="{25B7E83C-695A-4BA4-9F22-FAC78E650378}" presName="hierChild2" presStyleCnt="0"/>
      <dgm:spPr/>
    </dgm:pt>
    <dgm:pt modelId="{4545D4D9-0EDC-4FB4-A295-9F68A2E3BB23}" type="pres">
      <dgm:prSet presAssocID="{25B7E83C-695A-4BA4-9F22-FAC78E650378}" presName="hierChild3" presStyleCnt="0"/>
      <dgm:spPr/>
    </dgm:pt>
    <dgm:pt modelId="{A2F94320-002E-476D-92E8-14708519EFCF}" type="pres">
      <dgm:prSet presAssocID="{BBC09C77-29E0-4076-AF56-09E1FB0A726D}" presName="hierRoot1" presStyleCnt="0">
        <dgm:presLayoutVars>
          <dgm:hierBranch val="init"/>
        </dgm:presLayoutVars>
      </dgm:prSet>
      <dgm:spPr/>
    </dgm:pt>
    <dgm:pt modelId="{83B9D23E-FE61-48B4-B712-1FD7899D836A}" type="pres">
      <dgm:prSet presAssocID="{BBC09C77-29E0-4076-AF56-09E1FB0A726D}" presName="rootComposite1" presStyleCnt="0"/>
      <dgm:spPr/>
    </dgm:pt>
    <dgm:pt modelId="{ED0B19A8-763E-46C2-A26B-98E97BC54D07}" type="pres">
      <dgm:prSet presAssocID="{BBC09C77-29E0-4076-AF56-09E1FB0A726D}" presName="rootText1" presStyleLbl="alignAcc1" presStyleIdx="0" presStyleCnt="0">
        <dgm:presLayoutVars>
          <dgm:chPref val="3"/>
        </dgm:presLayoutVars>
      </dgm:prSet>
      <dgm:spPr/>
    </dgm:pt>
    <dgm:pt modelId="{0461ADA9-446F-4F20-97DC-431E9F3D347B}" type="pres">
      <dgm:prSet presAssocID="{BBC09C77-29E0-4076-AF56-09E1FB0A726D}" presName="topArc1" presStyleLbl="parChTrans1D1" presStyleIdx="2" presStyleCnt="8"/>
      <dgm:spPr/>
    </dgm:pt>
    <dgm:pt modelId="{1782787D-98F9-4260-891B-D18D9664D1A8}" type="pres">
      <dgm:prSet presAssocID="{BBC09C77-29E0-4076-AF56-09E1FB0A726D}" presName="bottomArc1" presStyleLbl="parChTrans1D1" presStyleIdx="3" presStyleCnt="8"/>
      <dgm:spPr/>
    </dgm:pt>
    <dgm:pt modelId="{B3F89DFD-790C-47A6-8DD9-0E22252BBD95}" type="pres">
      <dgm:prSet presAssocID="{BBC09C77-29E0-4076-AF56-09E1FB0A726D}" presName="topConnNode1" presStyleLbl="node1" presStyleIdx="0" presStyleCnt="0"/>
      <dgm:spPr/>
    </dgm:pt>
    <dgm:pt modelId="{9F80ABFC-6CEB-443E-B9E6-760AC4D2168B}" type="pres">
      <dgm:prSet presAssocID="{BBC09C77-29E0-4076-AF56-09E1FB0A726D}" presName="hierChild2" presStyleCnt="0"/>
      <dgm:spPr/>
    </dgm:pt>
    <dgm:pt modelId="{37A30295-005D-4DC3-AEB3-DC7DEFACB51C}" type="pres">
      <dgm:prSet presAssocID="{BBC09C77-29E0-4076-AF56-09E1FB0A726D}" presName="hierChild3" presStyleCnt="0"/>
      <dgm:spPr/>
    </dgm:pt>
    <dgm:pt modelId="{0796759E-4138-4B88-A0CF-85070991F0C6}" type="pres">
      <dgm:prSet presAssocID="{00CF9262-1D2B-46CC-80C3-F4D04899608D}" presName="hierRoot1" presStyleCnt="0">
        <dgm:presLayoutVars>
          <dgm:hierBranch val="init"/>
        </dgm:presLayoutVars>
      </dgm:prSet>
      <dgm:spPr/>
    </dgm:pt>
    <dgm:pt modelId="{0FD70383-47E9-455B-BB46-C51C8243DC2D}" type="pres">
      <dgm:prSet presAssocID="{00CF9262-1D2B-46CC-80C3-F4D04899608D}" presName="rootComposite1" presStyleCnt="0"/>
      <dgm:spPr/>
    </dgm:pt>
    <dgm:pt modelId="{8242B94D-2349-45ED-8283-4C3312505477}" type="pres">
      <dgm:prSet presAssocID="{00CF9262-1D2B-46CC-80C3-F4D04899608D}" presName="rootText1" presStyleLbl="alignAcc1" presStyleIdx="0" presStyleCnt="0">
        <dgm:presLayoutVars>
          <dgm:chPref val="3"/>
        </dgm:presLayoutVars>
      </dgm:prSet>
      <dgm:spPr/>
    </dgm:pt>
    <dgm:pt modelId="{73845720-DF4E-4084-A02D-083A973FA310}" type="pres">
      <dgm:prSet presAssocID="{00CF9262-1D2B-46CC-80C3-F4D04899608D}" presName="topArc1" presStyleLbl="parChTrans1D1" presStyleIdx="4" presStyleCnt="8"/>
      <dgm:spPr>
        <a:ln>
          <a:solidFill>
            <a:schemeClr val="bg2"/>
          </a:solidFill>
        </a:ln>
      </dgm:spPr>
    </dgm:pt>
    <dgm:pt modelId="{2591190A-C508-4D98-8443-44FE2B1CD501}" type="pres">
      <dgm:prSet presAssocID="{00CF9262-1D2B-46CC-80C3-F4D04899608D}" presName="bottomArc1" presStyleLbl="parChTrans1D1" presStyleIdx="5" presStyleCnt="8"/>
      <dgm:spPr>
        <a:ln>
          <a:solidFill>
            <a:schemeClr val="bg2"/>
          </a:solidFill>
        </a:ln>
      </dgm:spPr>
    </dgm:pt>
    <dgm:pt modelId="{DE0E331C-8F78-4D37-B60D-6BE928BA0D6A}" type="pres">
      <dgm:prSet presAssocID="{00CF9262-1D2B-46CC-80C3-F4D04899608D}" presName="topConnNode1" presStyleLbl="node1" presStyleIdx="0" presStyleCnt="0"/>
      <dgm:spPr/>
    </dgm:pt>
    <dgm:pt modelId="{AD4451A5-DE40-41AC-BC7F-9FB263B8D66A}" type="pres">
      <dgm:prSet presAssocID="{00CF9262-1D2B-46CC-80C3-F4D04899608D}" presName="hierChild2" presStyleCnt="0"/>
      <dgm:spPr/>
    </dgm:pt>
    <dgm:pt modelId="{481B35D6-A53C-4B8F-8479-BA269C781D3C}" type="pres">
      <dgm:prSet presAssocID="{00CF9262-1D2B-46CC-80C3-F4D04899608D}" presName="hierChild3" presStyleCnt="0"/>
      <dgm:spPr/>
    </dgm:pt>
    <dgm:pt modelId="{0E2B98E4-0F03-4397-8A13-EA0C2C3A6080}" type="pres">
      <dgm:prSet presAssocID="{05F3CCA2-7E35-45A7-AC2C-EBF285157D5C}" presName="hierRoot1" presStyleCnt="0">
        <dgm:presLayoutVars>
          <dgm:hierBranch val="init"/>
        </dgm:presLayoutVars>
      </dgm:prSet>
      <dgm:spPr/>
    </dgm:pt>
    <dgm:pt modelId="{4D8C6637-9EE3-46DE-818A-E67EC8E006DA}" type="pres">
      <dgm:prSet presAssocID="{05F3CCA2-7E35-45A7-AC2C-EBF285157D5C}" presName="rootComposite1" presStyleCnt="0"/>
      <dgm:spPr/>
    </dgm:pt>
    <dgm:pt modelId="{B86FB8A5-BBC2-4C2E-9B1B-6B6106A88D25}" type="pres">
      <dgm:prSet presAssocID="{05F3CCA2-7E35-45A7-AC2C-EBF285157D5C}" presName="rootText1" presStyleLbl="alignAcc1" presStyleIdx="0" presStyleCnt="0">
        <dgm:presLayoutVars>
          <dgm:chPref val="3"/>
        </dgm:presLayoutVars>
      </dgm:prSet>
      <dgm:spPr/>
    </dgm:pt>
    <dgm:pt modelId="{2BE31B51-D3E5-4B5A-B65F-C54E8F071EC1}" type="pres">
      <dgm:prSet presAssocID="{05F3CCA2-7E35-45A7-AC2C-EBF285157D5C}" presName="topArc1" presStyleLbl="parChTrans1D1" presStyleIdx="6" presStyleCnt="8"/>
      <dgm:spPr>
        <a:ln>
          <a:solidFill>
            <a:srgbClr val="C00000"/>
          </a:solidFill>
        </a:ln>
      </dgm:spPr>
    </dgm:pt>
    <dgm:pt modelId="{D442584E-2B38-4D3E-92D4-17EA3F907ABA}" type="pres">
      <dgm:prSet presAssocID="{05F3CCA2-7E35-45A7-AC2C-EBF285157D5C}" presName="bottomArc1" presStyleLbl="parChTrans1D1" presStyleIdx="7" presStyleCnt="8"/>
      <dgm:spPr>
        <a:ln>
          <a:solidFill>
            <a:srgbClr val="C00000"/>
          </a:solidFill>
        </a:ln>
      </dgm:spPr>
    </dgm:pt>
    <dgm:pt modelId="{5AF4BE33-464B-4D72-8D70-5689AE83E743}" type="pres">
      <dgm:prSet presAssocID="{05F3CCA2-7E35-45A7-AC2C-EBF285157D5C}" presName="topConnNode1" presStyleLbl="node1" presStyleIdx="0" presStyleCnt="0"/>
      <dgm:spPr/>
    </dgm:pt>
    <dgm:pt modelId="{0929A1A2-A01A-4F8B-A4E5-9DF8AC5DFEC0}" type="pres">
      <dgm:prSet presAssocID="{05F3CCA2-7E35-45A7-AC2C-EBF285157D5C}" presName="hierChild2" presStyleCnt="0"/>
      <dgm:spPr/>
    </dgm:pt>
    <dgm:pt modelId="{0FFCB9C1-4586-4342-B6EC-96948092F6CC}" type="pres">
      <dgm:prSet presAssocID="{05F3CCA2-7E35-45A7-AC2C-EBF285157D5C}" presName="hierChild3" presStyleCnt="0"/>
      <dgm:spPr/>
    </dgm:pt>
  </dgm:ptLst>
  <dgm:cxnLst>
    <dgm:cxn modelId="{AC08101E-F439-4DD9-97D6-A63F2CDB2805}" type="presOf" srcId="{F3F44B2F-6202-4E7F-8D25-88EEFE4259FE}" destId="{3AF38C7A-2F0D-42C8-92B1-3240E0D24A04}" srcOrd="0" destOrd="0" presId="urn:microsoft.com/office/officeart/2008/layout/HalfCircleOrganizationChart"/>
    <dgm:cxn modelId="{BE3BCB24-46EB-491C-B2EF-12880ECD6E0B}" type="presOf" srcId="{05F3CCA2-7E35-45A7-AC2C-EBF285157D5C}" destId="{5AF4BE33-464B-4D72-8D70-5689AE83E743}" srcOrd="1" destOrd="0" presId="urn:microsoft.com/office/officeart/2008/layout/HalfCircleOrganizationChart"/>
    <dgm:cxn modelId="{6E55E334-141C-48A3-B199-73DD04FC6007}" type="presOf" srcId="{00CF9262-1D2B-46CC-80C3-F4D04899608D}" destId="{8242B94D-2349-45ED-8283-4C3312505477}" srcOrd="0" destOrd="0" presId="urn:microsoft.com/office/officeart/2008/layout/HalfCircleOrganizationChart"/>
    <dgm:cxn modelId="{F6F06B3A-B218-41F2-A601-50A119FCE88D}" srcId="{F3F44B2F-6202-4E7F-8D25-88EEFE4259FE}" destId="{00CF9262-1D2B-46CC-80C3-F4D04899608D}" srcOrd="2" destOrd="0" parTransId="{4B129930-CEA0-427F-9A24-F214B7B0E78E}" sibTransId="{377E4125-D671-49F1-B295-49C4F91C15AC}"/>
    <dgm:cxn modelId="{A0B4705C-D600-4E87-88E4-74C9B3BC50E7}" srcId="{F3F44B2F-6202-4E7F-8D25-88EEFE4259FE}" destId="{BBC09C77-29E0-4076-AF56-09E1FB0A726D}" srcOrd="1" destOrd="0" parTransId="{D4A31AE2-E5F7-4400-AB1D-3D7DF46B8FB9}" sibTransId="{CD98ADCB-7891-4206-BB15-72A553DD9B8A}"/>
    <dgm:cxn modelId="{9C9E675D-BE1F-4C9F-8FFE-E9750E542BD7}" type="presOf" srcId="{BBC09C77-29E0-4076-AF56-09E1FB0A726D}" destId="{ED0B19A8-763E-46C2-A26B-98E97BC54D07}" srcOrd="0" destOrd="0" presId="urn:microsoft.com/office/officeart/2008/layout/HalfCircleOrganizationChart"/>
    <dgm:cxn modelId="{C97A2949-290F-4D0A-B477-03E5CB67671A}" srcId="{F3F44B2F-6202-4E7F-8D25-88EEFE4259FE}" destId="{25B7E83C-695A-4BA4-9F22-FAC78E650378}" srcOrd="0" destOrd="0" parTransId="{F5BBD3EF-3D17-4D7B-AC74-204CC62ED687}" sibTransId="{D078E66B-9095-4A30-9750-5B82E9742CA6}"/>
    <dgm:cxn modelId="{696E138E-63AC-495A-B6EC-DF3BA170F630}" type="presOf" srcId="{00CF9262-1D2B-46CC-80C3-F4D04899608D}" destId="{DE0E331C-8F78-4D37-B60D-6BE928BA0D6A}" srcOrd="1" destOrd="0" presId="urn:microsoft.com/office/officeart/2008/layout/HalfCircleOrganizationChart"/>
    <dgm:cxn modelId="{E11654A9-DACF-4385-8343-1252AA0C1FD7}" srcId="{F3F44B2F-6202-4E7F-8D25-88EEFE4259FE}" destId="{05F3CCA2-7E35-45A7-AC2C-EBF285157D5C}" srcOrd="3" destOrd="0" parTransId="{76686F97-96D4-4DB6-B79E-B6F029889322}" sibTransId="{1AA7A1D5-92D3-4B96-B6B1-B005C667E21E}"/>
    <dgm:cxn modelId="{175452BA-1FC5-48BD-9952-B6E61D21192E}" type="presOf" srcId="{25B7E83C-695A-4BA4-9F22-FAC78E650378}" destId="{E1496BDC-BC5A-43F4-B252-BE6E4489898B}" srcOrd="0" destOrd="0" presId="urn:microsoft.com/office/officeart/2008/layout/HalfCircleOrganizationChart"/>
    <dgm:cxn modelId="{7E310FD0-B7A0-41EB-918A-E5664FCA134B}" type="presOf" srcId="{25B7E83C-695A-4BA4-9F22-FAC78E650378}" destId="{95619C8A-C913-4375-9C8F-91786E7237F2}" srcOrd="1" destOrd="0" presId="urn:microsoft.com/office/officeart/2008/layout/HalfCircleOrganizationChart"/>
    <dgm:cxn modelId="{8F1C39D7-C9E3-41A3-B2BD-811B56CA0B7B}" type="presOf" srcId="{05F3CCA2-7E35-45A7-AC2C-EBF285157D5C}" destId="{B86FB8A5-BBC2-4C2E-9B1B-6B6106A88D25}" srcOrd="0" destOrd="0" presId="urn:microsoft.com/office/officeart/2008/layout/HalfCircleOrganizationChart"/>
    <dgm:cxn modelId="{66B3FADF-BFC8-4477-B084-69CE884892B8}" type="presOf" srcId="{BBC09C77-29E0-4076-AF56-09E1FB0A726D}" destId="{B3F89DFD-790C-47A6-8DD9-0E22252BBD95}" srcOrd="1" destOrd="0" presId="urn:microsoft.com/office/officeart/2008/layout/HalfCircleOrganizationChart"/>
    <dgm:cxn modelId="{684914DE-C7E1-4D7C-B2EA-A80A70271BAD}" type="presParOf" srcId="{3AF38C7A-2F0D-42C8-92B1-3240E0D24A04}" destId="{89635223-C855-4DA3-B2B0-96ED2FF6E368}" srcOrd="0" destOrd="0" presId="urn:microsoft.com/office/officeart/2008/layout/HalfCircleOrganizationChart"/>
    <dgm:cxn modelId="{187092B4-5B0D-412A-9DDA-505B79EB7BF1}" type="presParOf" srcId="{89635223-C855-4DA3-B2B0-96ED2FF6E368}" destId="{98DB2310-5AF9-473D-9D62-3D369BCAF89C}" srcOrd="0" destOrd="0" presId="urn:microsoft.com/office/officeart/2008/layout/HalfCircleOrganizationChart"/>
    <dgm:cxn modelId="{414059AF-9922-456D-AF9F-FD3F22E6EC8B}" type="presParOf" srcId="{98DB2310-5AF9-473D-9D62-3D369BCAF89C}" destId="{E1496BDC-BC5A-43F4-B252-BE6E4489898B}" srcOrd="0" destOrd="0" presId="urn:microsoft.com/office/officeart/2008/layout/HalfCircleOrganizationChart"/>
    <dgm:cxn modelId="{10096EBC-9E9D-407B-82BD-F98FE181355B}" type="presParOf" srcId="{98DB2310-5AF9-473D-9D62-3D369BCAF89C}" destId="{6C7940A5-8E0E-4A47-95F0-91D031D9B4E0}" srcOrd="1" destOrd="0" presId="urn:microsoft.com/office/officeart/2008/layout/HalfCircleOrganizationChart"/>
    <dgm:cxn modelId="{8F55CF1E-0AF3-4718-ABBC-C39BE41D1558}" type="presParOf" srcId="{98DB2310-5AF9-473D-9D62-3D369BCAF89C}" destId="{19702691-3869-480C-8F1D-D1B27389E336}" srcOrd="2" destOrd="0" presId="urn:microsoft.com/office/officeart/2008/layout/HalfCircleOrganizationChart"/>
    <dgm:cxn modelId="{FFAF6CE0-6E04-48B4-BCE0-A426C02383A4}" type="presParOf" srcId="{98DB2310-5AF9-473D-9D62-3D369BCAF89C}" destId="{95619C8A-C913-4375-9C8F-91786E7237F2}" srcOrd="3" destOrd="0" presId="urn:microsoft.com/office/officeart/2008/layout/HalfCircleOrganizationChart"/>
    <dgm:cxn modelId="{94CFEA49-CAB2-4866-A224-8FD16FD932F1}" type="presParOf" srcId="{89635223-C855-4DA3-B2B0-96ED2FF6E368}" destId="{19648007-11E5-4228-BE55-6FB979419E31}" srcOrd="1" destOrd="0" presId="urn:microsoft.com/office/officeart/2008/layout/HalfCircleOrganizationChart"/>
    <dgm:cxn modelId="{2F1F7C9A-B979-48D3-90DA-FD5C019917EA}" type="presParOf" srcId="{89635223-C855-4DA3-B2B0-96ED2FF6E368}" destId="{4545D4D9-0EDC-4FB4-A295-9F68A2E3BB23}" srcOrd="2" destOrd="0" presId="urn:microsoft.com/office/officeart/2008/layout/HalfCircleOrganizationChart"/>
    <dgm:cxn modelId="{EA71633C-71DA-4FE2-AA4D-F2B629D2B5B2}" type="presParOf" srcId="{3AF38C7A-2F0D-42C8-92B1-3240E0D24A04}" destId="{A2F94320-002E-476D-92E8-14708519EFCF}" srcOrd="1" destOrd="0" presId="urn:microsoft.com/office/officeart/2008/layout/HalfCircleOrganizationChart"/>
    <dgm:cxn modelId="{A8C70AA9-72CE-4DA7-B441-575A42267211}" type="presParOf" srcId="{A2F94320-002E-476D-92E8-14708519EFCF}" destId="{83B9D23E-FE61-48B4-B712-1FD7899D836A}" srcOrd="0" destOrd="0" presId="urn:microsoft.com/office/officeart/2008/layout/HalfCircleOrganizationChart"/>
    <dgm:cxn modelId="{8A106063-9F35-45ED-B491-C4EFFA94BC09}" type="presParOf" srcId="{83B9D23E-FE61-48B4-B712-1FD7899D836A}" destId="{ED0B19A8-763E-46C2-A26B-98E97BC54D07}" srcOrd="0" destOrd="0" presId="urn:microsoft.com/office/officeart/2008/layout/HalfCircleOrganizationChart"/>
    <dgm:cxn modelId="{9B9A5D55-A572-4C5B-B127-D151B73DDD17}" type="presParOf" srcId="{83B9D23E-FE61-48B4-B712-1FD7899D836A}" destId="{0461ADA9-446F-4F20-97DC-431E9F3D347B}" srcOrd="1" destOrd="0" presId="urn:microsoft.com/office/officeart/2008/layout/HalfCircleOrganizationChart"/>
    <dgm:cxn modelId="{0BBAF032-5543-44FB-8D99-B8E70DA18A02}" type="presParOf" srcId="{83B9D23E-FE61-48B4-B712-1FD7899D836A}" destId="{1782787D-98F9-4260-891B-D18D9664D1A8}" srcOrd="2" destOrd="0" presId="urn:microsoft.com/office/officeart/2008/layout/HalfCircleOrganizationChart"/>
    <dgm:cxn modelId="{BE29712F-ED8F-40AB-A97D-28ABEF4C008E}" type="presParOf" srcId="{83B9D23E-FE61-48B4-B712-1FD7899D836A}" destId="{B3F89DFD-790C-47A6-8DD9-0E22252BBD95}" srcOrd="3" destOrd="0" presId="urn:microsoft.com/office/officeart/2008/layout/HalfCircleOrganizationChart"/>
    <dgm:cxn modelId="{38582F1C-E67F-4E6E-AEAB-6BD5C5FD9FE0}" type="presParOf" srcId="{A2F94320-002E-476D-92E8-14708519EFCF}" destId="{9F80ABFC-6CEB-443E-B9E6-760AC4D2168B}" srcOrd="1" destOrd="0" presId="urn:microsoft.com/office/officeart/2008/layout/HalfCircleOrganizationChart"/>
    <dgm:cxn modelId="{F4CA51BB-5919-49AF-90F5-6C3E016F9FF0}" type="presParOf" srcId="{A2F94320-002E-476D-92E8-14708519EFCF}" destId="{37A30295-005D-4DC3-AEB3-DC7DEFACB51C}" srcOrd="2" destOrd="0" presId="urn:microsoft.com/office/officeart/2008/layout/HalfCircleOrganizationChart"/>
    <dgm:cxn modelId="{30F6F8E3-FB6C-4997-A635-CD7D07F1DDC4}" type="presParOf" srcId="{3AF38C7A-2F0D-42C8-92B1-3240E0D24A04}" destId="{0796759E-4138-4B88-A0CF-85070991F0C6}" srcOrd="2" destOrd="0" presId="urn:microsoft.com/office/officeart/2008/layout/HalfCircleOrganizationChart"/>
    <dgm:cxn modelId="{CEB5B2F9-1EB1-4806-A0F2-987A175674B4}" type="presParOf" srcId="{0796759E-4138-4B88-A0CF-85070991F0C6}" destId="{0FD70383-47E9-455B-BB46-C51C8243DC2D}" srcOrd="0" destOrd="0" presId="urn:microsoft.com/office/officeart/2008/layout/HalfCircleOrganizationChart"/>
    <dgm:cxn modelId="{89D3EC17-4FF7-4797-A42C-8EE1BDF83BE0}" type="presParOf" srcId="{0FD70383-47E9-455B-BB46-C51C8243DC2D}" destId="{8242B94D-2349-45ED-8283-4C3312505477}" srcOrd="0" destOrd="0" presId="urn:microsoft.com/office/officeart/2008/layout/HalfCircleOrganizationChart"/>
    <dgm:cxn modelId="{0D573A1B-FB9C-4C3A-8A26-E79E3A222F9B}" type="presParOf" srcId="{0FD70383-47E9-455B-BB46-C51C8243DC2D}" destId="{73845720-DF4E-4084-A02D-083A973FA310}" srcOrd="1" destOrd="0" presId="urn:microsoft.com/office/officeart/2008/layout/HalfCircleOrganizationChart"/>
    <dgm:cxn modelId="{3A30AF38-8814-4F1E-8F92-8C6EB860AB34}" type="presParOf" srcId="{0FD70383-47E9-455B-BB46-C51C8243DC2D}" destId="{2591190A-C508-4D98-8443-44FE2B1CD501}" srcOrd="2" destOrd="0" presId="urn:microsoft.com/office/officeart/2008/layout/HalfCircleOrganizationChart"/>
    <dgm:cxn modelId="{B8A282C2-112F-498C-9C9F-18B7A78C7FEC}" type="presParOf" srcId="{0FD70383-47E9-455B-BB46-C51C8243DC2D}" destId="{DE0E331C-8F78-4D37-B60D-6BE928BA0D6A}" srcOrd="3" destOrd="0" presId="urn:microsoft.com/office/officeart/2008/layout/HalfCircleOrganizationChart"/>
    <dgm:cxn modelId="{7DCE5AB6-633D-4249-8431-7C6C7FE1739A}" type="presParOf" srcId="{0796759E-4138-4B88-A0CF-85070991F0C6}" destId="{AD4451A5-DE40-41AC-BC7F-9FB263B8D66A}" srcOrd="1" destOrd="0" presId="urn:microsoft.com/office/officeart/2008/layout/HalfCircleOrganizationChart"/>
    <dgm:cxn modelId="{C5B240A6-755D-48C4-A75F-B4728AA41511}" type="presParOf" srcId="{0796759E-4138-4B88-A0CF-85070991F0C6}" destId="{481B35D6-A53C-4B8F-8479-BA269C781D3C}" srcOrd="2" destOrd="0" presId="urn:microsoft.com/office/officeart/2008/layout/HalfCircleOrganizationChart"/>
    <dgm:cxn modelId="{90775712-9354-4868-B45D-201D4B13A2B6}" type="presParOf" srcId="{3AF38C7A-2F0D-42C8-92B1-3240E0D24A04}" destId="{0E2B98E4-0F03-4397-8A13-EA0C2C3A6080}" srcOrd="3" destOrd="0" presId="urn:microsoft.com/office/officeart/2008/layout/HalfCircleOrganizationChart"/>
    <dgm:cxn modelId="{74F505DD-4824-4308-820C-8BCCFA9703A5}" type="presParOf" srcId="{0E2B98E4-0F03-4397-8A13-EA0C2C3A6080}" destId="{4D8C6637-9EE3-46DE-818A-E67EC8E006DA}" srcOrd="0" destOrd="0" presId="urn:microsoft.com/office/officeart/2008/layout/HalfCircleOrganizationChart"/>
    <dgm:cxn modelId="{568F0027-BA8B-43AC-A725-742495731BD5}" type="presParOf" srcId="{4D8C6637-9EE3-46DE-818A-E67EC8E006DA}" destId="{B86FB8A5-BBC2-4C2E-9B1B-6B6106A88D25}" srcOrd="0" destOrd="0" presId="urn:microsoft.com/office/officeart/2008/layout/HalfCircleOrganizationChart"/>
    <dgm:cxn modelId="{6526DEE5-50A6-429D-B3A3-8FCE196D0B69}" type="presParOf" srcId="{4D8C6637-9EE3-46DE-818A-E67EC8E006DA}" destId="{2BE31B51-D3E5-4B5A-B65F-C54E8F071EC1}" srcOrd="1" destOrd="0" presId="urn:microsoft.com/office/officeart/2008/layout/HalfCircleOrganizationChart"/>
    <dgm:cxn modelId="{DC5962C9-9421-44C2-B3B5-911584F6F7BC}" type="presParOf" srcId="{4D8C6637-9EE3-46DE-818A-E67EC8E006DA}" destId="{D442584E-2B38-4D3E-92D4-17EA3F907ABA}" srcOrd="2" destOrd="0" presId="urn:microsoft.com/office/officeart/2008/layout/HalfCircleOrganizationChart"/>
    <dgm:cxn modelId="{1308C64D-A980-4992-A237-386E8C06E9AB}" type="presParOf" srcId="{4D8C6637-9EE3-46DE-818A-E67EC8E006DA}" destId="{5AF4BE33-464B-4D72-8D70-5689AE83E743}" srcOrd="3" destOrd="0" presId="urn:microsoft.com/office/officeart/2008/layout/HalfCircleOrganizationChart"/>
    <dgm:cxn modelId="{BD888CD7-6369-4710-B0C9-0175785B1A46}" type="presParOf" srcId="{0E2B98E4-0F03-4397-8A13-EA0C2C3A6080}" destId="{0929A1A2-A01A-4F8B-A4E5-9DF8AC5DFEC0}" srcOrd="1" destOrd="0" presId="urn:microsoft.com/office/officeart/2008/layout/HalfCircleOrganizationChart"/>
    <dgm:cxn modelId="{A25B6764-030E-48B0-93B3-C6471718454E}" type="presParOf" srcId="{0E2B98E4-0F03-4397-8A13-EA0C2C3A6080}" destId="{0FFCB9C1-4586-4342-B6EC-96948092F6CC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940A5-8E0E-4A47-95F0-91D031D9B4E0}">
      <dsp:nvSpPr>
        <dsp:cNvPr id="0" name=""/>
        <dsp:cNvSpPr/>
      </dsp:nvSpPr>
      <dsp:spPr>
        <a:xfrm>
          <a:off x="572648" y="1608459"/>
          <a:ext cx="1134419" cy="11344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702691-3869-480C-8F1D-D1B27389E336}">
      <dsp:nvSpPr>
        <dsp:cNvPr id="0" name=""/>
        <dsp:cNvSpPr/>
      </dsp:nvSpPr>
      <dsp:spPr>
        <a:xfrm>
          <a:off x="572648" y="1608459"/>
          <a:ext cx="1134419" cy="11344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496BDC-BC5A-43F4-B252-BE6E4489898B}">
      <dsp:nvSpPr>
        <dsp:cNvPr id="0" name=""/>
        <dsp:cNvSpPr/>
      </dsp:nvSpPr>
      <dsp:spPr>
        <a:xfrm>
          <a:off x="5439" y="1812654"/>
          <a:ext cx="2268838" cy="72602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noProof="0" dirty="0"/>
            <a:t>Bayes</a:t>
          </a:r>
        </a:p>
      </dsp:txBody>
      <dsp:txXfrm>
        <a:off x="5439" y="1812654"/>
        <a:ext cx="2268838" cy="726028"/>
      </dsp:txXfrm>
    </dsp:sp>
    <dsp:sp modelId="{0461ADA9-446F-4F20-97DC-431E9F3D347B}">
      <dsp:nvSpPr>
        <dsp:cNvPr id="0" name=""/>
        <dsp:cNvSpPr/>
      </dsp:nvSpPr>
      <dsp:spPr>
        <a:xfrm>
          <a:off x="3317943" y="1608459"/>
          <a:ext cx="1134419" cy="11344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82787D-98F9-4260-891B-D18D9664D1A8}">
      <dsp:nvSpPr>
        <dsp:cNvPr id="0" name=""/>
        <dsp:cNvSpPr/>
      </dsp:nvSpPr>
      <dsp:spPr>
        <a:xfrm>
          <a:off x="3317943" y="1608459"/>
          <a:ext cx="1134419" cy="11344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0B19A8-763E-46C2-A26B-98E97BC54D07}">
      <dsp:nvSpPr>
        <dsp:cNvPr id="0" name=""/>
        <dsp:cNvSpPr/>
      </dsp:nvSpPr>
      <dsp:spPr>
        <a:xfrm>
          <a:off x="2750733" y="1812654"/>
          <a:ext cx="2268838" cy="72602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noProof="0" dirty="0"/>
            <a:t>Logistic</a:t>
          </a:r>
          <a:r>
            <a:rPr lang="en-GB" sz="2400" kern="1200" noProof="0" dirty="0"/>
            <a:t> </a:t>
          </a:r>
        </a:p>
      </dsp:txBody>
      <dsp:txXfrm>
        <a:off x="2750733" y="1812654"/>
        <a:ext cx="2268838" cy="726028"/>
      </dsp:txXfrm>
    </dsp:sp>
    <dsp:sp modelId="{73845720-DF4E-4084-A02D-083A973FA310}">
      <dsp:nvSpPr>
        <dsp:cNvPr id="0" name=""/>
        <dsp:cNvSpPr/>
      </dsp:nvSpPr>
      <dsp:spPr>
        <a:xfrm>
          <a:off x="6063237" y="1608459"/>
          <a:ext cx="1134419" cy="11344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91190A-C508-4D98-8443-44FE2B1CD501}">
      <dsp:nvSpPr>
        <dsp:cNvPr id="0" name=""/>
        <dsp:cNvSpPr/>
      </dsp:nvSpPr>
      <dsp:spPr>
        <a:xfrm>
          <a:off x="6063237" y="1608459"/>
          <a:ext cx="1134419" cy="11344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bg2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42B94D-2349-45ED-8283-4C3312505477}">
      <dsp:nvSpPr>
        <dsp:cNvPr id="0" name=""/>
        <dsp:cNvSpPr/>
      </dsp:nvSpPr>
      <dsp:spPr>
        <a:xfrm>
          <a:off x="5496028" y="1812654"/>
          <a:ext cx="2268838" cy="72602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noProof="0" dirty="0">
              <a:solidFill>
                <a:schemeClr val="bg2">
                  <a:lumMod val="90000"/>
                </a:schemeClr>
              </a:solidFill>
            </a:rPr>
            <a:t>Document similarity</a:t>
          </a:r>
        </a:p>
      </dsp:txBody>
      <dsp:txXfrm>
        <a:off x="5496028" y="1812654"/>
        <a:ext cx="2268838" cy="726028"/>
      </dsp:txXfrm>
    </dsp:sp>
    <dsp:sp modelId="{2BE31B51-D3E5-4B5A-B65F-C54E8F071EC1}">
      <dsp:nvSpPr>
        <dsp:cNvPr id="0" name=""/>
        <dsp:cNvSpPr/>
      </dsp:nvSpPr>
      <dsp:spPr>
        <a:xfrm>
          <a:off x="8808531" y="1608459"/>
          <a:ext cx="1134419" cy="11344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42584E-2B38-4D3E-92D4-17EA3F907ABA}">
      <dsp:nvSpPr>
        <dsp:cNvPr id="0" name=""/>
        <dsp:cNvSpPr/>
      </dsp:nvSpPr>
      <dsp:spPr>
        <a:xfrm>
          <a:off x="8808531" y="1608459"/>
          <a:ext cx="1134419" cy="11344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6FB8A5-BBC2-4C2E-9B1B-6B6106A88D25}">
      <dsp:nvSpPr>
        <dsp:cNvPr id="0" name=""/>
        <dsp:cNvSpPr/>
      </dsp:nvSpPr>
      <dsp:spPr>
        <a:xfrm>
          <a:off x="8241322" y="1812654"/>
          <a:ext cx="2268838" cy="72602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noProof="0" dirty="0">
              <a:solidFill>
                <a:srgbClr val="C00000"/>
              </a:solidFill>
            </a:rPr>
            <a:t>MLP over BERT Embedding</a:t>
          </a:r>
        </a:p>
      </dsp:txBody>
      <dsp:txXfrm>
        <a:off x="8241322" y="1812654"/>
        <a:ext cx="2268838" cy="7260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C6F142-3DD2-C8F9-3C1D-0C28C9F80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805B976-E2E8-339C-FD94-4A24F08C3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EAF206-C9DA-591E-B635-642AC8D7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F30799-C511-E7AF-A133-203A9250B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763003-17BE-B1AF-83DF-B1AFD5B3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382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3F40DE-B400-0952-7CB6-A27E5B8E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CBB635-D881-D663-26C8-3613BBC3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F43957-46CD-7E02-BBFD-39687C2B2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877560-6585-5687-A0BB-5933BAE87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5340D6-339A-7A04-73D5-8DA3F7A88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79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2C546D-BB39-6F5D-93C1-E11FA141F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2F6715-E808-7461-90B7-6F566B459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DA0967-1B55-78B1-C7AE-F38DDAC9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4F67F0-8116-48DF-59AC-9E007EC7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F358EE-8EE3-29DB-AC6F-C4BE8F15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75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7E7702-4BC3-C3DC-6DD6-DABB045C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80BB5F-185E-B175-A1D2-A9929CE2C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6893DE-1435-F575-C76F-9D8ADB8E7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D2531B-C596-400C-030A-BF6C29AF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BE6968-C50E-57E9-2D04-47451BB76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E060A6-8D0F-E433-DC54-8FB846E66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05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5D94F0-48A9-1348-5E42-66D65DBD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C2B289-CA67-D705-2E89-CA1E03D5B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2D795C9-4116-E7E6-E7D7-4A432A8E7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B09B07-1786-6E39-1B55-0F972FB86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D0813C-764A-4928-CDE6-D9BD25BDF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30D5B94-06B0-092C-6337-20564337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4C3D3F9-2AB5-2E62-94B8-2554EA03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3A6DD9C-13FC-760B-0F1F-F790D594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433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2D55E3-F83A-EF8C-5F0D-C4083808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29BCDCF-33DA-9E9A-84E6-0B658E10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E0C4DF-6E6C-7B45-1AE1-57CE9BDF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18C758-C9AE-43E8-222B-7564991F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5100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B5D0C98-F88E-0805-BF5E-5F58882A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4A865E-7425-E853-D803-E3218570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B568EC-8D86-C070-684D-EDB1A2AB1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449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2EA47-1167-63E2-9DC8-027659F7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4A5B27-C3BB-8E56-24DC-37F4FCE08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8141A0-6D69-9333-FC5B-8FBCA8E86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43FE22-7757-2A26-3731-350D1F7B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06E084-2AC5-BB9B-7FFF-57404F894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C03EEF-9D71-61FD-F9E3-362B62EC0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94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B47629-617E-1177-273C-1976C16D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4E6364A-C413-158D-158D-0606E813D1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2712D2-7288-896A-DF34-D4E94842D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CAAD7E-F949-38DC-403F-6060A81A3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D72387-00F7-0C1F-D0BF-6F76238C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3B3D3C-ADC7-E149-F0A6-472DEA37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4192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17D91F-B23D-7275-1312-72560E7A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014F43-A06B-6025-3DA5-31630544B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817A6B-CB53-3E92-F666-9E6998797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577685-8C2D-8599-4E4A-B5A66E89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767869-6ED3-4DC6-48AB-34440001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07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D191B56-1972-C654-E560-10775C264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2C59598-A869-4CA1-8142-99C13FFDF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38A2F8-6275-5CE6-3612-22D597A5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16367E-C9EC-C33A-75EF-E7D92512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4C7D72-55C2-BA50-3E9D-D3069A23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7597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7428C-2525-C2D1-1EB4-91E7FB136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65A3FF-C148-C6CB-6C57-E52D7C8CD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280596-9A8E-D91F-1656-B1776E67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A2A6A2-7F4E-B829-74BB-A59FD2824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29825E-FF30-ED13-2340-782E7969D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5221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2E3DA4-A68A-D6AB-8C89-2EB2184D2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7AB0E1-37CA-C3E3-259E-F15ABAFC9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277A2A-1DE5-5872-73D8-DC7CC4EF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835BA1-4EC2-0F3F-E256-69B2188C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3831BC-6496-60FA-C28B-F1873CA44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6652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0B36F1-31D6-99E0-5747-BFCEDAB2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686B4D-31E2-3CB3-4A18-55DCA4CC0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EC7F92-50A2-5755-A8AF-ED91DC1A0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CFB5B9-DADB-069E-B84F-1AFA37902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1C411C-C18A-43A1-C12E-A5220EB7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9337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A4BCAF-6F66-8078-9A28-D7BBDFF6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21588F-36C8-5BF7-5024-B0AC40AFF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8CDE952-809D-724C-F806-07C1106D0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BB090D-2D87-95CA-36F5-DFF2AFE19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73E414-ADAB-F5BE-05DE-13E3B28B7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0A59B9-AC55-A61B-AE97-AFF42786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7009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276E8D-653B-B88E-BFFD-E5687F3BD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AE5DDC-DDF5-9089-F375-7A1AAD290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13179A-A53D-7054-0FFE-EFB96E3AA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4F0608-4946-646A-B565-B58869327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F71095C-37E2-66A2-DCF8-B44F3F00A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55E727B-D307-221E-2F6B-3416756A3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57FB4B2-750F-2513-704D-C46F80C23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28EEFE6-E511-2A1E-ACE0-D7703792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0911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F199E1-DB9B-0566-EB44-771A50722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98999FA-516C-F690-8887-CA5A5813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128831-603C-F867-66D3-E6802560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F43BFAB-7BBA-EDF2-36F6-44374B2D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564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9AAFFAB-4D10-1601-ADC7-7EE81F36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F0E6DD-9F84-4A21-1283-2085B96A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5BF897-30E2-D1F0-D985-7A6C1F6E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8361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32159C-0590-7C51-B02A-EACC1C98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11E8EB-B97B-49A5-2C6B-4F8E1E71C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83F1A7-DF78-B115-2588-BCDF910AC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222336-66DE-51BD-7375-FA8A0BDB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AE127F-4A8F-2948-2F87-3E9EFF2E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73D876-CB8A-4E9E-A82F-C8F3103D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87034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56EDD1-021F-939C-FF9E-5D5349FD8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73C3B39-C450-2E77-18AE-5CAF43952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E57EC5-8C1C-6494-F71F-E70978206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94076C-A8EB-6018-B7A2-5A459E80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307030-FC38-442E-BC5D-06CF20AE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95761F-E600-E877-59AF-78D4F7D8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20029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1BDD7F-C07E-4D8E-4F70-1C50A7BB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0EFE88B-A274-2B77-1EDA-C42A8D2CC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F573A9-A62E-3E3B-E0BB-AD419D15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815B16-3B16-5ACB-CA7B-1FD3A6312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3DE543-3DA3-D644-4D8B-1923F8B4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6313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7EEFCE3-DDCE-1D18-6E84-DB5FEDA47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239FE0-87D3-069E-E2FE-D105299B4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83CEDB-F9E6-FB34-952F-8B20D4C59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D7AAB4-D1C1-4276-5AEB-D3606C68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79202F-C9B6-D31B-4297-28D818C6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416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0E15704-04FE-3638-ABD8-7D428DEF0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E5C685-A622-C201-9EE7-0CD5376E0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819E9B-D6B9-87B4-07F9-D60A3360C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CD018-7E75-4D45-87D1-89B67C5DB31E}" type="datetimeFigureOut">
              <a:rPr lang="fr-FR" smtClean="0"/>
              <a:t>19/04/2026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D6A707-7878-248E-B551-2014DE3F5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1765C9-38E4-BC45-1C01-63B20B6B1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0644EF-3506-4EFE-BA16-1D1ADA3F4D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521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A68F5FF-03F8-72E4-A334-7088688AC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B43863-B441-81D6-54F5-3B2271998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2F554D-ECE2-71F9-60A3-7DECAD6F84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03/06/2025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BB7624-6CDA-89B3-78A1-0A0765477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F178D1-A230-2602-37D4-2FB5F30D9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99B47-467C-4BA9-A217-C349FD984AB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468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5EF2D-A724-954C-BE37-6C934B2F4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8473" y="1122363"/>
            <a:ext cx="9615055" cy="2387600"/>
          </a:xfrm>
        </p:spPr>
        <p:txBody>
          <a:bodyPr/>
          <a:lstStyle/>
          <a:p>
            <a:r>
              <a:rPr lang="en-GB" b="1" noProof="0" dirty="0"/>
              <a:t>Natural Language Processing</a:t>
            </a:r>
            <a:br>
              <a:rPr lang="en-GB" b="1" noProof="0" dirty="0"/>
            </a:br>
            <a:r>
              <a:rPr lang="en-GB" sz="4000" b="1" i="1" noProof="0" dirty="0"/>
              <a:t>Web/Light Novel Genres Classification</a:t>
            </a:r>
            <a:endParaRPr lang="en-GB" b="1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7F83315-9B47-3A8E-5BC7-7323F7DCC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8473" y="3602038"/>
            <a:ext cx="9615055" cy="1655762"/>
          </a:xfrm>
        </p:spPr>
        <p:txBody>
          <a:bodyPr>
            <a:normAutofit/>
          </a:bodyPr>
          <a:lstStyle/>
          <a:p>
            <a:r>
              <a:rPr lang="en-GB" sz="1800" i="1" noProof="0" dirty="0"/>
              <a:t>Arno LESAGE, Minh QUAN HOANG, M1 Informatique </a:t>
            </a:r>
            <a:r>
              <a:rPr lang="en-GB" sz="1800" i="1" noProof="0" dirty="0" err="1"/>
              <a:t>spé</a:t>
            </a:r>
            <a:r>
              <a:rPr lang="en-GB" sz="1800" i="1" noProof="0" dirty="0"/>
              <a:t>. IA</a:t>
            </a:r>
            <a:br>
              <a:rPr lang="en-GB" sz="1800" i="1" noProof="0" dirty="0"/>
            </a:br>
            <a:r>
              <a:rPr lang="en-GB" sz="1800" i="1" noProof="0" dirty="0"/>
              <a:t>no. 22202985, no. 22509118</a:t>
            </a:r>
          </a:p>
          <a:p>
            <a:r>
              <a:rPr lang="en-GB" sz="1800" i="1" noProof="0" dirty="0"/>
              <a:t>29</a:t>
            </a:r>
            <a:r>
              <a:rPr lang="en-GB" sz="1800" i="1" baseline="30000" noProof="0" dirty="0"/>
              <a:t>th</a:t>
            </a:r>
            <a:r>
              <a:rPr lang="en-GB" sz="1800" i="1" noProof="0" dirty="0"/>
              <a:t> May 2026</a:t>
            </a:r>
          </a:p>
        </p:txBody>
      </p:sp>
    </p:spTree>
    <p:extLst>
      <p:ext uri="{BB962C8B-B14F-4D97-AF65-F5344CB8AC3E}">
        <p14:creationId xmlns:p14="http://schemas.microsoft.com/office/powerpoint/2010/main" val="541350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EC725-12DF-FAB5-752B-1CACCCB75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0306E858-94CB-091E-AAD0-89A44A1ED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8" y="637762"/>
            <a:ext cx="428439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5100" b="1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Discovery and Preprocessing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1153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151BC6-8611-7892-3CB3-758C94564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What is a Web/Light Novel?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3F3D5885-4C11-4755-5499-6F96818236DD}"/>
              </a:ext>
            </a:extLst>
          </p:cNvPr>
          <p:cNvGrpSpPr/>
          <p:nvPr/>
        </p:nvGrpSpPr>
        <p:grpSpPr>
          <a:xfrm>
            <a:off x="6742728" y="1044510"/>
            <a:ext cx="4819898" cy="5611951"/>
            <a:chOff x="6419999" y="814700"/>
            <a:chExt cx="4819898" cy="5611951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812323A5-7F88-B287-4876-7703A48B4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2047" y="814700"/>
              <a:ext cx="1580145" cy="2268353"/>
            </a:xfrm>
            <a:prstGeom prst="rect">
              <a:avLst/>
            </a:prstGeom>
          </p:spPr>
        </p:pic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D765B01F-F3D3-BF30-BAD9-6C9FF67AE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2596" y="2152280"/>
              <a:ext cx="1512235" cy="2268353"/>
            </a:xfrm>
            <a:prstGeom prst="rect">
              <a:avLst/>
            </a:prstGeom>
          </p:spPr>
        </p:pic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E5C83F15-D64A-649E-BE18-A790440E6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8768" y="1483490"/>
              <a:ext cx="1591129" cy="2268353"/>
            </a:xfrm>
            <a:prstGeom prst="rect">
              <a:avLst/>
            </a:prstGeom>
          </p:spPr>
        </p:pic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4EE2E950-D90F-AD8A-6027-236CF8811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5235" y="4158298"/>
              <a:ext cx="1534682" cy="2268353"/>
            </a:xfrm>
            <a:prstGeom prst="rect">
              <a:avLst/>
            </a:prstGeom>
          </p:spPr>
        </p:pic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F3179447-D10B-6C1C-73C5-2298EA20E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9999" y="2821070"/>
              <a:ext cx="1511644" cy="2268353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D0F1F80C-5A5E-632E-4DC1-8330808A2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0321" y="3489860"/>
              <a:ext cx="1588043" cy="2268000"/>
            </a:xfrm>
            <a:prstGeom prst="rect">
              <a:avLst/>
            </a:prstGeom>
          </p:spPr>
        </p:pic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AF2ADADE-9040-B026-90B6-33E940712CD4}"/>
              </a:ext>
            </a:extLst>
          </p:cNvPr>
          <p:cNvGrpSpPr/>
          <p:nvPr/>
        </p:nvGrpSpPr>
        <p:grpSpPr>
          <a:xfrm>
            <a:off x="866949" y="1942989"/>
            <a:ext cx="4434368" cy="4434368"/>
            <a:chOff x="838201" y="2001178"/>
            <a:chExt cx="4434368" cy="4434368"/>
          </a:xfrm>
        </p:grpSpPr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7EFA9B07-76F6-C803-09F3-ABE42B3223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28" r="14528"/>
            <a:stretch>
              <a:fillRect/>
            </a:stretch>
          </p:blipFill>
          <p:spPr>
            <a:xfrm>
              <a:off x="838201" y="2001178"/>
              <a:ext cx="4434368" cy="4434368"/>
            </a:xfrm>
            <a:custGeom>
              <a:avLst/>
              <a:gdLst>
                <a:gd name="csX0" fmla="*/ 0 w 4434368"/>
                <a:gd name="csY0" fmla="*/ 0 h 4434368"/>
                <a:gd name="csX1" fmla="*/ 4434368 w 4434368"/>
                <a:gd name="csY1" fmla="*/ 0 h 4434368"/>
                <a:gd name="csX2" fmla="*/ 4434368 w 4434368"/>
                <a:gd name="csY2" fmla="*/ 488520 h 4434368"/>
                <a:gd name="csX3" fmla="*/ 4353464 w 4434368"/>
                <a:gd name="csY3" fmla="*/ 441610 h 4434368"/>
                <a:gd name="csX4" fmla="*/ 4035237 w 4434368"/>
                <a:gd name="csY4" fmla="*/ 319193 h 4434368"/>
                <a:gd name="csX5" fmla="*/ 1953012 w 4434368"/>
                <a:gd name="csY5" fmla="*/ 1589758 h 4434368"/>
                <a:gd name="csX6" fmla="*/ 3120989 w 4434368"/>
                <a:gd name="csY6" fmla="*/ 3731212 h 4434368"/>
                <a:gd name="csX7" fmla="*/ 4403997 w 4434368"/>
                <a:gd name="csY7" fmla="*/ 3539439 h 4434368"/>
                <a:gd name="csX8" fmla="*/ 4434368 w 4434368"/>
                <a:gd name="csY8" fmla="*/ 3518865 h 4434368"/>
                <a:gd name="csX9" fmla="*/ 4434368 w 4434368"/>
                <a:gd name="csY9" fmla="*/ 4434368 h 4434368"/>
                <a:gd name="csX10" fmla="*/ 0 w 4434368"/>
                <a:gd name="csY10" fmla="*/ 4434368 h 4434368"/>
                <a:gd name="csX11" fmla="*/ 0 w 4434368"/>
                <a:gd name="csY11" fmla="*/ 0 h 4434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434368" h="4434368">
                  <a:moveTo>
                    <a:pt x="0" y="0"/>
                  </a:moveTo>
                  <a:lnTo>
                    <a:pt x="4434368" y="0"/>
                  </a:lnTo>
                  <a:lnTo>
                    <a:pt x="4434368" y="488520"/>
                  </a:lnTo>
                  <a:lnTo>
                    <a:pt x="4353464" y="441610"/>
                  </a:lnTo>
                  <a:cubicBezTo>
                    <a:pt x="4253764" y="390538"/>
                    <a:pt x="4147427" y="349254"/>
                    <a:pt x="4035237" y="319193"/>
                  </a:cubicBezTo>
                  <a:cubicBezTo>
                    <a:pt x="3137719" y="78703"/>
                    <a:pt x="2205475" y="647555"/>
                    <a:pt x="1953012" y="1589758"/>
                  </a:cubicBezTo>
                  <a:cubicBezTo>
                    <a:pt x="1700550" y="2531961"/>
                    <a:pt x="2223471" y="3490723"/>
                    <a:pt x="3120989" y="3731212"/>
                  </a:cubicBezTo>
                  <a:cubicBezTo>
                    <a:pt x="3569748" y="3851457"/>
                    <a:pt x="4027189" y="3769366"/>
                    <a:pt x="4403997" y="3539439"/>
                  </a:cubicBezTo>
                  <a:lnTo>
                    <a:pt x="4434368" y="3518865"/>
                  </a:lnTo>
                  <a:lnTo>
                    <a:pt x="4434368" y="4434368"/>
                  </a:lnTo>
                  <a:lnTo>
                    <a:pt x="0" y="4434368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chemeClr val="tx1"/>
              </a:solidFill>
            </a:ln>
          </p:spPr>
        </p:pic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2AB45359-E71F-35F8-EE1C-395E3A8649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58" t="5955" r="14528" b="14614"/>
            <a:stretch>
              <a:fillRect/>
            </a:stretch>
          </p:blipFill>
          <p:spPr>
            <a:xfrm>
              <a:off x="2727713" y="2265253"/>
              <a:ext cx="2544856" cy="3522254"/>
            </a:xfrm>
            <a:custGeom>
              <a:avLst/>
              <a:gdLst>
                <a:gd name="csX0" fmla="*/ 1808923 w 2544856"/>
                <a:gd name="csY0" fmla="*/ 2021 h 3522254"/>
                <a:gd name="csX1" fmla="*/ 2145725 w 2544856"/>
                <a:gd name="csY1" fmla="*/ 55118 h 3522254"/>
                <a:gd name="csX2" fmla="*/ 2463952 w 2544856"/>
                <a:gd name="csY2" fmla="*/ 177535 h 3522254"/>
                <a:gd name="csX3" fmla="*/ 2544856 w 2544856"/>
                <a:gd name="csY3" fmla="*/ 224445 h 3522254"/>
                <a:gd name="csX4" fmla="*/ 2544856 w 2544856"/>
                <a:gd name="csY4" fmla="*/ 3254790 h 3522254"/>
                <a:gd name="csX5" fmla="*/ 2514485 w 2544856"/>
                <a:gd name="csY5" fmla="*/ 3275364 h 3522254"/>
                <a:gd name="csX6" fmla="*/ 1231477 w 2544856"/>
                <a:gd name="csY6" fmla="*/ 3467137 h 3522254"/>
                <a:gd name="csX7" fmla="*/ 63500 w 2544856"/>
                <a:gd name="csY7" fmla="*/ 1325683 h 3522254"/>
                <a:gd name="csX8" fmla="*/ 1808923 w 2544856"/>
                <a:gd name="csY8" fmla="*/ 2021 h 3522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4856" h="3522254">
                  <a:moveTo>
                    <a:pt x="1808923" y="2021"/>
                  </a:moveTo>
                  <a:cubicBezTo>
                    <a:pt x="1920803" y="7642"/>
                    <a:pt x="2033535" y="25057"/>
                    <a:pt x="2145725" y="55118"/>
                  </a:cubicBezTo>
                  <a:cubicBezTo>
                    <a:pt x="2257915" y="85179"/>
                    <a:pt x="2364252" y="126463"/>
                    <a:pt x="2463952" y="177535"/>
                  </a:cubicBezTo>
                  <a:lnTo>
                    <a:pt x="2544856" y="224445"/>
                  </a:lnTo>
                  <a:lnTo>
                    <a:pt x="2544856" y="3254790"/>
                  </a:lnTo>
                  <a:lnTo>
                    <a:pt x="2514485" y="3275364"/>
                  </a:lnTo>
                  <a:cubicBezTo>
                    <a:pt x="2137677" y="3505291"/>
                    <a:pt x="1680236" y="3587382"/>
                    <a:pt x="1231477" y="3467137"/>
                  </a:cubicBezTo>
                  <a:cubicBezTo>
                    <a:pt x="333959" y="3226648"/>
                    <a:pt x="-188962" y="2267886"/>
                    <a:pt x="63500" y="1325683"/>
                  </a:cubicBezTo>
                  <a:cubicBezTo>
                    <a:pt x="284405" y="501256"/>
                    <a:pt x="1025768" y="-37325"/>
                    <a:pt x="1808923" y="2021"/>
                  </a:cubicBez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</p:pic>
      </p:grpSp>
      <p:sp>
        <p:nvSpPr>
          <p:cNvPr id="44" name="ZoneTexte 43">
            <a:extLst>
              <a:ext uri="{FF2B5EF4-FFF2-40B4-BE49-F238E27FC236}">
                <a16:creationId xmlns:a16="http://schemas.microsoft.com/office/drawing/2014/main" id="{17393740-816E-AC32-AFA7-A21316801B22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0580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3B7A0-9E84-2146-3171-23042660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833EF4-D145-7A89-C620-7FD82188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Minor difference between WB and LN?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DDAF5AB-F35A-EF26-60D5-5E2450A3CE23}"/>
              </a:ext>
            </a:extLst>
          </p:cNvPr>
          <p:cNvSpPr txBox="1"/>
          <p:nvPr/>
        </p:nvSpPr>
        <p:spPr>
          <a:xfrm>
            <a:off x="6413765" y="2951947"/>
            <a:ext cx="514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noProof="0" dirty="0">
                <a:solidFill>
                  <a:srgbClr val="C00000"/>
                </a:solidFill>
              </a:rPr>
              <a:t>Web Novel is unlicenced, often full text and amateur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75E60A3-A40C-87CF-D55C-AA666383D1B0}"/>
              </a:ext>
            </a:extLst>
          </p:cNvPr>
          <p:cNvSpPr txBox="1"/>
          <p:nvPr/>
        </p:nvSpPr>
        <p:spPr>
          <a:xfrm>
            <a:off x="637435" y="2951947"/>
            <a:ext cx="51388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noProof="0" dirty="0">
                <a:solidFill>
                  <a:schemeClr val="accent3"/>
                </a:solidFill>
              </a:rPr>
              <a:t>Light Novel is licenced and have some illustration </a:t>
            </a:r>
            <a:endParaRPr lang="en-GB" sz="2800" noProof="0" dirty="0">
              <a:solidFill>
                <a:schemeClr val="accent3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54FB585-2224-E59E-04CE-28A39336A74E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87370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3237-F0D3-F9F7-64EB-6C7780F4F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39E8C-08B4-D580-0B50-46FF05F0D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Our dataset, challenges and question.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320A472-2E60-A008-AA2D-ED9988E35F96}"/>
              </a:ext>
            </a:extLst>
          </p:cNvPr>
          <p:cNvSpPr txBox="1"/>
          <p:nvPr/>
        </p:nvSpPr>
        <p:spPr>
          <a:xfrm>
            <a:off x="4101828" y="3429000"/>
            <a:ext cx="365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noProof="0" dirty="0"/>
              <a:t>Web/Light Novel Dataset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F2EB301-3DBB-EF43-C950-58AA8D6CC238}"/>
              </a:ext>
            </a:extLst>
          </p:cNvPr>
          <p:cNvSpPr txBox="1"/>
          <p:nvPr/>
        </p:nvSpPr>
        <p:spPr>
          <a:xfrm>
            <a:off x="648584" y="2130014"/>
            <a:ext cx="3058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noProof="0" dirty="0"/>
              <a:t>Kaggle, Prem </a:t>
            </a:r>
            <a:r>
              <a:rPr lang="en-GB" b="1" noProof="0" dirty="0" err="1"/>
              <a:t>Schinde</a:t>
            </a:r>
            <a:r>
              <a:rPr lang="en-GB" b="1" noProof="0" dirty="0"/>
              <a:t>, 2024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1E3828-DCBD-34A2-D556-8E853CB48809}"/>
              </a:ext>
            </a:extLst>
          </p:cNvPr>
          <p:cNvSpPr txBox="1"/>
          <p:nvPr/>
        </p:nvSpPr>
        <p:spPr>
          <a:xfrm>
            <a:off x="4101828" y="4764265"/>
            <a:ext cx="1302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noProof="0" dirty="0"/>
              <a:t>Descriptor</a:t>
            </a:r>
            <a:br>
              <a:rPr lang="en-GB" b="1" noProof="0" dirty="0"/>
            </a:br>
            <a:r>
              <a:rPr lang="en-GB" u="sng" noProof="0" dirty="0"/>
              <a:t>35 genres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595100B-CDEC-2F8F-BE62-26A4C6FD8ED4}"/>
              </a:ext>
            </a:extLst>
          </p:cNvPr>
          <p:cNvSpPr txBox="1"/>
          <p:nvPr/>
        </p:nvSpPr>
        <p:spPr>
          <a:xfrm>
            <a:off x="3702361" y="1523521"/>
            <a:ext cx="4174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noProof="0" dirty="0"/>
              <a:t>Source: diverse websites and databases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2710B52-DFD8-205A-8BCD-7B6A573BA9D1}"/>
              </a:ext>
            </a:extLst>
          </p:cNvPr>
          <p:cNvSpPr txBox="1"/>
          <p:nvPr/>
        </p:nvSpPr>
        <p:spPr>
          <a:xfrm>
            <a:off x="2283226" y="5588970"/>
            <a:ext cx="2242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i="1" noProof="0" dirty="0"/>
              <a:t>891 subgenres (tags)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D4756E1-F065-1162-56E3-6FFEF849D8F0}"/>
              </a:ext>
            </a:extLst>
          </p:cNvPr>
          <p:cNvSpPr txBox="1"/>
          <p:nvPr/>
        </p:nvSpPr>
        <p:spPr>
          <a:xfrm>
            <a:off x="8715779" y="2865630"/>
            <a:ext cx="2148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noProof="0" dirty="0"/>
              <a:t>Classification type</a:t>
            </a:r>
            <a:br>
              <a:rPr lang="en-GB" b="1" noProof="0" dirty="0"/>
            </a:br>
            <a:r>
              <a:rPr lang="en-GB" u="sng" noProof="0" dirty="0"/>
              <a:t>Multilabel</a:t>
            </a:r>
            <a:endParaRPr lang="en-GB" b="1" noProof="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6EE2666-9B6A-DD69-28D9-1E5F1CE6CCCA}"/>
              </a:ext>
            </a:extLst>
          </p:cNvPr>
          <p:cNvSpPr txBox="1"/>
          <p:nvPr/>
        </p:nvSpPr>
        <p:spPr>
          <a:xfrm>
            <a:off x="6844529" y="4346038"/>
            <a:ext cx="1811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i="1" noProof="0" dirty="0"/>
              <a:t>High Correlation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50E603-B3CA-A877-A819-AC1FDC476E0E}"/>
              </a:ext>
            </a:extLst>
          </p:cNvPr>
          <p:cNvSpPr txBox="1"/>
          <p:nvPr/>
        </p:nvSpPr>
        <p:spPr>
          <a:xfrm>
            <a:off x="10263542" y="402738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i="1" noProof="0" dirty="0"/>
              <a:t>High Imbalance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75D35DD-7BB9-5D12-9CF7-A6065AE39BB6}"/>
              </a:ext>
            </a:extLst>
          </p:cNvPr>
          <p:cNvSpPr txBox="1"/>
          <p:nvPr/>
        </p:nvSpPr>
        <p:spPr>
          <a:xfrm>
            <a:off x="6528262" y="4930397"/>
            <a:ext cx="269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i="1" noProof="0" dirty="0"/>
              <a:t>Some semantic similarity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8677ADD-C0CC-7AFC-00E3-995F5D8D1B53}"/>
              </a:ext>
            </a:extLst>
          </p:cNvPr>
          <p:cNvSpPr txBox="1"/>
          <p:nvPr/>
        </p:nvSpPr>
        <p:spPr>
          <a:xfrm>
            <a:off x="419262" y="4764266"/>
            <a:ext cx="35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noProof="0" dirty="0"/>
              <a:t>Predictor</a:t>
            </a:r>
            <a:br>
              <a:rPr lang="en-GB" b="1" noProof="0" dirty="0"/>
            </a:br>
            <a:r>
              <a:rPr lang="en-GB" u="sng" noProof="0" dirty="0"/>
              <a:t>11770 WN/LN English description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5525D13-D955-6106-E650-76DD392C66D2}"/>
              </a:ext>
            </a:extLst>
          </p:cNvPr>
          <p:cNvCxnSpPr>
            <a:cxnSpLocks/>
            <a:stCxn id="3" idx="1"/>
            <a:endCxn id="14" idx="0"/>
          </p:cNvCxnSpPr>
          <p:nvPr/>
        </p:nvCxnSpPr>
        <p:spPr>
          <a:xfrm rot="10800000" flipV="1">
            <a:off x="2177918" y="3659832"/>
            <a:ext cx="1923911" cy="1104433"/>
          </a:xfrm>
          <a:prstGeom prst="curvedConnector2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6">
            <a:extLst>
              <a:ext uri="{FF2B5EF4-FFF2-40B4-BE49-F238E27FC236}">
                <a16:creationId xmlns:a16="http://schemas.microsoft.com/office/drawing/2014/main" id="{00600FB0-AF1C-1B6E-D788-A3CDC03FD7BD}"/>
              </a:ext>
            </a:extLst>
          </p:cNvPr>
          <p:cNvCxnSpPr>
            <a:cxnSpLocks/>
            <a:stCxn id="3" idx="0"/>
            <a:endCxn id="5" idx="2"/>
          </p:cNvCxnSpPr>
          <p:nvPr/>
        </p:nvCxnSpPr>
        <p:spPr>
          <a:xfrm rot="16200000" flipV="1">
            <a:off x="3588628" y="1088631"/>
            <a:ext cx="929654" cy="3751083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16">
            <a:extLst>
              <a:ext uri="{FF2B5EF4-FFF2-40B4-BE49-F238E27FC236}">
                <a16:creationId xmlns:a16="http://schemas.microsoft.com/office/drawing/2014/main" id="{CEF86075-DEAA-8DF7-4D7F-66426328195E}"/>
              </a:ext>
            </a:extLst>
          </p:cNvPr>
          <p:cNvCxnSpPr>
            <a:cxnSpLocks/>
            <a:stCxn id="8" idx="1"/>
            <a:endCxn id="5" idx="0"/>
          </p:cNvCxnSpPr>
          <p:nvPr/>
        </p:nvCxnSpPr>
        <p:spPr>
          <a:xfrm rot="10800000" flipV="1">
            <a:off x="2177913" y="1708186"/>
            <a:ext cx="1524448" cy="421827"/>
          </a:xfrm>
          <a:prstGeom prst="curvedConnector2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16">
            <a:extLst>
              <a:ext uri="{FF2B5EF4-FFF2-40B4-BE49-F238E27FC236}">
                <a16:creationId xmlns:a16="http://schemas.microsoft.com/office/drawing/2014/main" id="{FC613ADC-0058-8C98-2292-D2280C951D4B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5400000">
            <a:off x="4904214" y="3739483"/>
            <a:ext cx="873600" cy="1175964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16">
            <a:extLst>
              <a:ext uri="{FF2B5EF4-FFF2-40B4-BE49-F238E27FC236}">
                <a16:creationId xmlns:a16="http://schemas.microsoft.com/office/drawing/2014/main" id="{DEBE1D69-241E-4DC7-D428-446138BEFFD3}"/>
              </a:ext>
            </a:extLst>
          </p:cNvPr>
          <p:cNvCxnSpPr>
            <a:cxnSpLocks/>
            <a:stCxn id="7" idx="2"/>
            <a:endCxn id="9" idx="3"/>
          </p:cNvCxnSpPr>
          <p:nvPr/>
        </p:nvCxnSpPr>
        <p:spPr>
          <a:xfrm rot="5400000">
            <a:off x="4457621" y="5478225"/>
            <a:ext cx="363040" cy="227782"/>
          </a:xfrm>
          <a:prstGeom prst="curvedConnector2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16">
            <a:extLst>
              <a:ext uri="{FF2B5EF4-FFF2-40B4-BE49-F238E27FC236}">
                <a16:creationId xmlns:a16="http://schemas.microsoft.com/office/drawing/2014/main" id="{A7D20BC6-7F3D-6D6E-0266-B635E3818787}"/>
              </a:ext>
            </a:extLst>
          </p:cNvPr>
          <p:cNvCxnSpPr>
            <a:cxnSpLocks/>
            <a:stCxn id="10" idx="0"/>
            <a:endCxn id="3" idx="3"/>
          </p:cNvCxnSpPr>
          <p:nvPr/>
        </p:nvCxnSpPr>
        <p:spPr>
          <a:xfrm rot="16200000" flipH="1" flipV="1">
            <a:off x="8375907" y="2245885"/>
            <a:ext cx="794203" cy="2033692"/>
          </a:xfrm>
          <a:prstGeom prst="curvedConnector4">
            <a:avLst>
              <a:gd name="adj1" fmla="val -28784"/>
              <a:gd name="adj2" fmla="val 76407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16">
            <a:extLst>
              <a:ext uri="{FF2B5EF4-FFF2-40B4-BE49-F238E27FC236}">
                <a16:creationId xmlns:a16="http://schemas.microsoft.com/office/drawing/2014/main" id="{D42979B2-2EBD-9673-8DB4-B4B782C11D0C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>
          <a:xfrm rot="5400000" flipH="1" flipV="1">
            <a:off x="8352986" y="2909170"/>
            <a:ext cx="834077" cy="2039661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16">
            <a:extLst>
              <a:ext uri="{FF2B5EF4-FFF2-40B4-BE49-F238E27FC236}">
                <a16:creationId xmlns:a16="http://schemas.microsoft.com/office/drawing/2014/main" id="{F37F48E8-4E54-7C63-654D-4CD43EFEDD3E}"/>
              </a:ext>
            </a:extLst>
          </p:cNvPr>
          <p:cNvCxnSpPr>
            <a:cxnSpLocks/>
            <a:stCxn id="13" idx="3"/>
            <a:endCxn id="10" idx="2"/>
          </p:cNvCxnSpPr>
          <p:nvPr/>
        </p:nvCxnSpPr>
        <p:spPr>
          <a:xfrm flipV="1">
            <a:off x="9226437" y="3511961"/>
            <a:ext cx="563418" cy="1603102"/>
          </a:xfrm>
          <a:prstGeom prst="curvedConnector2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16">
            <a:extLst>
              <a:ext uri="{FF2B5EF4-FFF2-40B4-BE49-F238E27FC236}">
                <a16:creationId xmlns:a16="http://schemas.microsoft.com/office/drawing/2014/main" id="{D73F5AC8-7E4E-45A0-8138-B75990DEEAE6}"/>
              </a:ext>
            </a:extLst>
          </p:cNvPr>
          <p:cNvCxnSpPr>
            <a:cxnSpLocks/>
            <a:stCxn id="12" idx="1"/>
            <a:endCxn id="10" idx="2"/>
          </p:cNvCxnSpPr>
          <p:nvPr/>
        </p:nvCxnSpPr>
        <p:spPr>
          <a:xfrm rot="10800000">
            <a:off x="9789856" y="3511962"/>
            <a:ext cx="473687" cy="700087"/>
          </a:xfrm>
          <a:prstGeom prst="curvedConnector2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CBCE129B-AC8F-BCAA-2874-C7570FDCBD70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1843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4287-97D8-B19A-40C6-D09BB9D4F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>
            <a:extLst>
              <a:ext uri="{FF2B5EF4-FFF2-40B4-BE49-F238E27FC236}">
                <a16:creationId xmlns:a16="http://schemas.microsoft.com/office/drawing/2014/main" id="{CD3CDFFF-04E4-3E59-29E6-EF31B7BBE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515" y="0"/>
            <a:ext cx="666897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E0EC071-A2CA-C611-0797-5345E1DD2346}"/>
              </a:ext>
            </a:extLst>
          </p:cNvPr>
          <p:cNvSpPr/>
          <p:nvPr/>
        </p:nvSpPr>
        <p:spPr>
          <a:xfrm>
            <a:off x="2834577" y="5065534"/>
            <a:ext cx="1393178" cy="195860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5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7FB8548-6D15-041E-B5A1-C06531CF4024}"/>
              </a:ext>
            </a:extLst>
          </p:cNvPr>
          <p:cNvSpPr txBox="1"/>
          <p:nvPr/>
        </p:nvSpPr>
        <p:spPr>
          <a:xfrm>
            <a:off x="815491" y="4978798"/>
            <a:ext cx="94032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b="1" noProof="0" dirty="0">
                <a:solidFill>
                  <a:schemeClr val="accent5"/>
                </a:solidFill>
              </a:rPr>
              <a:t>Genres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3D45BE8-75FD-8A2F-7B02-35F6B1A99E34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1755813" y="5163464"/>
            <a:ext cx="1078764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FC53801-FD57-D85E-09D0-CAF4E64596F9}"/>
              </a:ext>
            </a:extLst>
          </p:cNvPr>
          <p:cNvSpPr/>
          <p:nvPr/>
        </p:nvSpPr>
        <p:spPr>
          <a:xfrm>
            <a:off x="2834577" y="5295712"/>
            <a:ext cx="1165166" cy="15034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FFC000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C2B137C-923A-1DBD-50F5-0E2CDE58A185}"/>
              </a:ext>
            </a:extLst>
          </p:cNvPr>
          <p:cNvSpPr txBox="1"/>
          <p:nvPr/>
        </p:nvSpPr>
        <p:spPr>
          <a:xfrm>
            <a:off x="1112687" y="5186220"/>
            <a:ext cx="64819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b="1" noProof="0" dirty="0">
                <a:solidFill>
                  <a:srgbClr val="FFC000"/>
                </a:solidFill>
              </a:rPr>
              <a:t>Tags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8B1E25A4-C7E1-831C-62CF-C7FDFD08D071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1760878" y="5370886"/>
            <a:ext cx="1073699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29F59FD-E16E-3F61-9180-DDD39FCB7175}"/>
              </a:ext>
            </a:extLst>
          </p:cNvPr>
          <p:cNvSpPr/>
          <p:nvPr/>
        </p:nvSpPr>
        <p:spPr>
          <a:xfrm>
            <a:off x="5444243" y="1648837"/>
            <a:ext cx="1270217" cy="1496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C82B39B4-D969-5B1E-DA64-3CA1B774CC11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6714460" y="1723651"/>
            <a:ext cx="3155267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A317C5BD-38E0-D01F-DE88-26E79F5BDB67}"/>
              </a:ext>
            </a:extLst>
          </p:cNvPr>
          <p:cNvSpPr txBox="1"/>
          <p:nvPr/>
        </p:nvSpPr>
        <p:spPr>
          <a:xfrm>
            <a:off x="9869727" y="1538985"/>
            <a:ext cx="178055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b="1" noProof="0" dirty="0">
                <a:solidFill>
                  <a:schemeClr val="accent6"/>
                </a:solidFill>
              </a:rPr>
              <a:t>Authors/Artists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323CBB-4206-76B9-80D9-1F2378932EBA}"/>
              </a:ext>
            </a:extLst>
          </p:cNvPr>
          <p:cNvSpPr/>
          <p:nvPr/>
        </p:nvSpPr>
        <p:spPr>
          <a:xfrm>
            <a:off x="2834577" y="4664212"/>
            <a:ext cx="693870" cy="1503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668A9FA-3D00-2046-CCF7-01CACD1AF33E}"/>
              </a:ext>
            </a:extLst>
          </p:cNvPr>
          <p:cNvSpPr txBox="1"/>
          <p:nvPr/>
        </p:nvSpPr>
        <p:spPr>
          <a:xfrm>
            <a:off x="891666" y="4554720"/>
            <a:ext cx="86414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b="1" noProof="0" dirty="0">
                <a:solidFill>
                  <a:schemeClr val="accent6"/>
                </a:solidFill>
              </a:rPr>
              <a:t>Status</a:t>
            </a:r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9A2C791-9C04-2C61-294F-8CDE4B454196}"/>
              </a:ext>
            </a:extLst>
          </p:cNvPr>
          <p:cNvCxnSpPr>
            <a:cxnSpLocks/>
            <a:stCxn id="43" idx="3"/>
            <a:endCxn id="42" idx="1"/>
          </p:cNvCxnSpPr>
          <p:nvPr/>
        </p:nvCxnSpPr>
        <p:spPr>
          <a:xfrm>
            <a:off x="1755813" y="4739386"/>
            <a:ext cx="107876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2F1FD310-50ED-95C4-2C52-262C261C937C}"/>
              </a:ext>
            </a:extLst>
          </p:cNvPr>
          <p:cNvSpPr txBox="1"/>
          <p:nvPr/>
        </p:nvSpPr>
        <p:spPr>
          <a:xfrm>
            <a:off x="1118279" y="4700614"/>
            <a:ext cx="64306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b="1" noProof="0" dirty="0">
                <a:solidFill>
                  <a:schemeClr val="accent6"/>
                </a:solidFill>
              </a:rPr>
              <a:t>Year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A6ECB0-42A1-DD5E-827D-6FC414AEF2FB}"/>
              </a:ext>
            </a:extLst>
          </p:cNvPr>
          <p:cNvSpPr/>
          <p:nvPr/>
        </p:nvSpPr>
        <p:spPr>
          <a:xfrm>
            <a:off x="3584937" y="4810106"/>
            <a:ext cx="213340" cy="1503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3239528A-9C31-689E-7F4D-D45050A146DC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1761340" y="4885280"/>
            <a:ext cx="182359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AFBF6FC-7439-DC26-76EB-ACFFDB602100}"/>
              </a:ext>
            </a:extLst>
          </p:cNvPr>
          <p:cNvSpPr/>
          <p:nvPr/>
        </p:nvSpPr>
        <p:spPr>
          <a:xfrm>
            <a:off x="2834579" y="559362"/>
            <a:ext cx="1387736" cy="2522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FFC000"/>
              </a:solidFill>
            </a:endParaRPr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F955E7B7-1A19-FF33-9924-94322BC7D2BA}"/>
              </a:ext>
            </a:extLst>
          </p:cNvPr>
          <p:cNvCxnSpPr>
            <a:cxnSpLocks/>
            <a:stCxn id="60" idx="3"/>
            <a:endCxn id="56" idx="1"/>
          </p:cNvCxnSpPr>
          <p:nvPr/>
        </p:nvCxnSpPr>
        <p:spPr>
          <a:xfrm>
            <a:off x="1755813" y="685477"/>
            <a:ext cx="1078766" cy="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F6713280-1A12-6D0F-923B-9F9393A3128B}"/>
              </a:ext>
            </a:extLst>
          </p:cNvPr>
          <p:cNvSpPr txBox="1"/>
          <p:nvPr/>
        </p:nvSpPr>
        <p:spPr>
          <a:xfrm>
            <a:off x="1112687" y="500811"/>
            <a:ext cx="64312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b="1" noProof="0" dirty="0">
                <a:solidFill>
                  <a:srgbClr val="FFC000"/>
                </a:solidFill>
              </a:rPr>
              <a:t>Title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1E3F510-FA72-C71B-5733-783E014FDE73}"/>
              </a:ext>
            </a:extLst>
          </p:cNvPr>
          <p:cNvSpPr/>
          <p:nvPr/>
        </p:nvSpPr>
        <p:spPr>
          <a:xfrm>
            <a:off x="2834578" y="3507972"/>
            <a:ext cx="1387736" cy="48213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24220F4C-F015-3C9A-92D2-11105236016E}"/>
              </a:ext>
            </a:extLst>
          </p:cNvPr>
          <p:cNvSpPr txBox="1"/>
          <p:nvPr/>
        </p:nvSpPr>
        <p:spPr>
          <a:xfrm>
            <a:off x="-6872" y="3564374"/>
            <a:ext cx="209057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b="1" noProof="0" dirty="0">
                <a:solidFill>
                  <a:schemeClr val="accent6"/>
                </a:solidFill>
              </a:rPr>
              <a:t>Alternative names</a:t>
            </a:r>
          </a:p>
        </p:txBody>
      </p: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E1C011FF-D3F5-915B-826E-067369B18FDC}"/>
              </a:ext>
            </a:extLst>
          </p:cNvPr>
          <p:cNvCxnSpPr>
            <a:cxnSpLocks/>
            <a:stCxn id="64" idx="3"/>
            <a:endCxn id="63" idx="1"/>
          </p:cNvCxnSpPr>
          <p:nvPr/>
        </p:nvCxnSpPr>
        <p:spPr>
          <a:xfrm>
            <a:off x="2083700" y="3749040"/>
            <a:ext cx="750878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36FF831F-58A1-110B-132F-44BCDCEB6608}"/>
              </a:ext>
            </a:extLst>
          </p:cNvPr>
          <p:cNvSpPr/>
          <p:nvPr/>
        </p:nvSpPr>
        <p:spPr>
          <a:xfrm>
            <a:off x="4328238" y="2458831"/>
            <a:ext cx="5046350" cy="91252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5"/>
              </a:solidFill>
            </a:endParaRPr>
          </a:p>
        </p:txBody>
      </p: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0B6F7971-76C7-62A3-C7E2-5A9167DB4302}"/>
              </a:ext>
            </a:extLst>
          </p:cNvPr>
          <p:cNvCxnSpPr>
            <a:cxnSpLocks/>
            <a:stCxn id="72" idx="3"/>
            <a:endCxn id="74" idx="1"/>
          </p:cNvCxnSpPr>
          <p:nvPr/>
        </p:nvCxnSpPr>
        <p:spPr>
          <a:xfrm>
            <a:off x="9374588" y="2915092"/>
            <a:ext cx="495139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ZoneTexte 73">
            <a:extLst>
              <a:ext uri="{FF2B5EF4-FFF2-40B4-BE49-F238E27FC236}">
                <a16:creationId xmlns:a16="http://schemas.microsoft.com/office/drawing/2014/main" id="{F7D67104-2ED6-A029-0BAA-8657C6E78A86}"/>
              </a:ext>
            </a:extLst>
          </p:cNvPr>
          <p:cNvSpPr txBox="1"/>
          <p:nvPr/>
        </p:nvSpPr>
        <p:spPr>
          <a:xfrm>
            <a:off x="9869727" y="2730426"/>
            <a:ext cx="14141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b="1" noProof="0" dirty="0">
                <a:solidFill>
                  <a:schemeClr val="accent5"/>
                </a:solidFill>
              </a:rPr>
              <a:t>Description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7D991BD-6FF2-66CC-FF5C-B43A119F15D3}"/>
              </a:ext>
            </a:extLst>
          </p:cNvPr>
          <p:cNvSpPr/>
          <p:nvPr/>
        </p:nvSpPr>
        <p:spPr>
          <a:xfrm>
            <a:off x="4351868" y="4327969"/>
            <a:ext cx="3859443" cy="88119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EAD3B121-79CE-5D21-E1AC-7C017A15C437}"/>
              </a:ext>
            </a:extLst>
          </p:cNvPr>
          <p:cNvCxnSpPr>
            <a:cxnSpLocks/>
            <a:stCxn id="78" idx="3"/>
            <a:endCxn id="82" idx="1"/>
          </p:cNvCxnSpPr>
          <p:nvPr/>
        </p:nvCxnSpPr>
        <p:spPr>
          <a:xfrm flipV="1">
            <a:off x="8211311" y="4768565"/>
            <a:ext cx="1658416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E3BAFF77-B178-5A3C-0C42-267E7A3DA386}"/>
              </a:ext>
            </a:extLst>
          </p:cNvPr>
          <p:cNvSpPr txBox="1"/>
          <p:nvPr/>
        </p:nvSpPr>
        <p:spPr>
          <a:xfrm>
            <a:off x="9869727" y="4583899"/>
            <a:ext cx="170328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b="1" noProof="0" dirty="0">
                <a:solidFill>
                  <a:schemeClr val="accent6"/>
                </a:solidFill>
              </a:rPr>
              <a:t>Related Series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E43229A-3B7D-20B3-CF19-F5449ECB53F4}"/>
              </a:ext>
            </a:extLst>
          </p:cNvPr>
          <p:cNvSpPr/>
          <p:nvPr/>
        </p:nvSpPr>
        <p:spPr>
          <a:xfrm>
            <a:off x="4328238" y="5725181"/>
            <a:ext cx="4949940" cy="96882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E0A58B25-B1AB-68B4-A462-3FC0ABC5F318}"/>
              </a:ext>
            </a:extLst>
          </p:cNvPr>
          <p:cNvCxnSpPr>
            <a:cxnSpLocks/>
            <a:stCxn id="85" idx="3"/>
            <a:endCxn id="89" idx="1"/>
          </p:cNvCxnSpPr>
          <p:nvPr/>
        </p:nvCxnSpPr>
        <p:spPr>
          <a:xfrm flipV="1">
            <a:off x="9278178" y="6209592"/>
            <a:ext cx="591549" cy="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ZoneTexte 88">
            <a:extLst>
              <a:ext uri="{FF2B5EF4-FFF2-40B4-BE49-F238E27FC236}">
                <a16:creationId xmlns:a16="http://schemas.microsoft.com/office/drawing/2014/main" id="{F3670A1A-BA63-88AB-6F63-EC034C6A1012}"/>
              </a:ext>
            </a:extLst>
          </p:cNvPr>
          <p:cNvSpPr txBox="1"/>
          <p:nvPr/>
        </p:nvSpPr>
        <p:spPr>
          <a:xfrm>
            <a:off x="9869727" y="6024926"/>
            <a:ext cx="217893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b="1" noProof="0" dirty="0">
                <a:solidFill>
                  <a:schemeClr val="accent6"/>
                </a:solidFill>
              </a:rPr>
              <a:t>Recommendations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BAFF1BA7-C8E2-99B5-0FBB-74B8F26EF51A}"/>
              </a:ext>
            </a:extLst>
          </p:cNvPr>
          <p:cNvSpPr txBox="1"/>
          <p:nvPr/>
        </p:nvSpPr>
        <p:spPr>
          <a:xfrm>
            <a:off x="1313096" y="350934"/>
            <a:ext cx="88543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sz="1200" b="1" noProof="0" dirty="0">
                <a:solidFill>
                  <a:srgbClr val="FFC000"/>
                </a:solidFill>
              </a:rPr>
              <a:t>+ Novel ID</a:t>
            </a: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0A9D0834-24F4-890F-58B2-92A6CD1EDF69}"/>
              </a:ext>
            </a:extLst>
          </p:cNvPr>
          <p:cNvSpPr txBox="1"/>
          <p:nvPr/>
        </p:nvSpPr>
        <p:spPr>
          <a:xfrm>
            <a:off x="487654" y="4125678"/>
            <a:ext cx="126765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b="1" noProof="0" dirty="0">
                <a:solidFill>
                  <a:schemeClr val="accent6"/>
                </a:solidFill>
              </a:rPr>
              <a:t>Show type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E1746E2-9674-520C-D4A1-B2D1D85C79F3}"/>
              </a:ext>
            </a:extLst>
          </p:cNvPr>
          <p:cNvSpPr/>
          <p:nvPr/>
        </p:nvSpPr>
        <p:spPr>
          <a:xfrm>
            <a:off x="2834578" y="4235170"/>
            <a:ext cx="693870" cy="1503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26DCA68D-9276-9BD9-8001-A36BE229CF64}"/>
              </a:ext>
            </a:extLst>
          </p:cNvPr>
          <p:cNvCxnSpPr>
            <a:cxnSpLocks/>
            <a:stCxn id="93" idx="3"/>
            <a:endCxn id="94" idx="1"/>
          </p:cNvCxnSpPr>
          <p:nvPr/>
        </p:nvCxnSpPr>
        <p:spPr>
          <a:xfrm>
            <a:off x="1755309" y="4310344"/>
            <a:ext cx="107926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624753EF-8134-34E5-C8A6-B9C6AE728A67}"/>
              </a:ext>
            </a:extLst>
          </p:cNvPr>
          <p:cNvSpPr/>
          <p:nvPr/>
        </p:nvSpPr>
        <p:spPr>
          <a:xfrm>
            <a:off x="2868264" y="882314"/>
            <a:ext cx="1432803" cy="210964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1C93A67D-FA77-C6BE-2DAB-74A89291850F}"/>
              </a:ext>
            </a:extLst>
          </p:cNvPr>
          <p:cNvSpPr txBox="1"/>
          <p:nvPr/>
        </p:nvSpPr>
        <p:spPr>
          <a:xfrm>
            <a:off x="321519" y="1752468"/>
            <a:ext cx="143379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b="1" noProof="0" dirty="0">
                <a:solidFill>
                  <a:schemeClr val="accent6"/>
                </a:solidFill>
              </a:rPr>
              <a:t>Image (URL)</a:t>
            </a:r>
          </a:p>
        </p:txBody>
      </p: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BB045CD6-083E-F986-8511-6BED5B55E253}"/>
              </a:ext>
            </a:extLst>
          </p:cNvPr>
          <p:cNvCxnSpPr>
            <a:cxnSpLocks/>
            <a:stCxn id="101" idx="3"/>
            <a:endCxn id="100" idx="1"/>
          </p:cNvCxnSpPr>
          <p:nvPr/>
        </p:nvCxnSpPr>
        <p:spPr>
          <a:xfrm>
            <a:off x="1755309" y="1937134"/>
            <a:ext cx="111295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ZoneTexte 111">
            <a:extLst>
              <a:ext uri="{FF2B5EF4-FFF2-40B4-BE49-F238E27FC236}">
                <a16:creationId xmlns:a16="http://schemas.microsoft.com/office/drawing/2014/main" id="{CAD5379D-FA65-C34C-B346-59EAA757759B}"/>
              </a:ext>
            </a:extLst>
          </p:cNvPr>
          <p:cNvSpPr txBox="1"/>
          <p:nvPr/>
        </p:nvSpPr>
        <p:spPr>
          <a:xfrm>
            <a:off x="719000" y="4388234"/>
            <a:ext cx="103630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b="1" noProof="0" dirty="0">
                <a:solidFill>
                  <a:schemeClr val="accent6"/>
                </a:solidFill>
              </a:rPr>
              <a:t>Chapter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7ECD90C-7F1C-21E4-8A4D-00819243A0F5}"/>
              </a:ext>
            </a:extLst>
          </p:cNvPr>
          <p:cNvSpPr/>
          <p:nvPr/>
        </p:nvSpPr>
        <p:spPr>
          <a:xfrm>
            <a:off x="2834578" y="4497726"/>
            <a:ext cx="693870" cy="1503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CE8311F9-BCF5-48B1-107E-47916CD224BB}"/>
              </a:ext>
            </a:extLst>
          </p:cNvPr>
          <p:cNvCxnSpPr>
            <a:cxnSpLocks/>
            <a:stCxn id="112" idx="3"/>
            <a:endCxn id="113" idx="1"/>
          </p:cNvCxnSpPr>
          <p:nvPr/>
        </p:nvCxnSpPr>
        <p:spPr>
          <a:xfrm>
            <a:off x="1755309" y="4572900"/>
            <a:ext cx="107926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F1DD0255-D961-5236-B5B4-640E0A38A936}"/>
              </a:ext>
            </a:extLst>
          </p:cNvPr>
          <p:cNvCxnSpPr>
            <a:cxnSpLocks/>
            <a:stCxn id="129" idx="3"/>
            <a:endCxn id="140" idx="1"/>
          </p:cNvCxnSpPr>
          <p:nvPr/>
        </p:nvCxnSpPr>
        <p:spPr>
          <a:xfrm>
            <a:off x="2667322" y="6449847"/>
            <a:ext cx="18817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ZoneTexte 128">
            <a:extLst>
              <a:ext uri="{FF2B5EF4-FFF2-40B4-BE49-F238E27FC236}">
                <a16:creationId xmlns:a16="http://schemas.microsoft.com/office/drawing/2014/main" id="{90E897D4-5198-C927-9282-58B638DFAFA8}"/>
              </a:ext>
            </a:extLst>
          </p:cNvPr>
          <p:cNvSpPr txBox="1"/>
          <p:nvPr/>
        </p:nvSpPr>
        <p:spPr>
          <a:xfrm>
            <a:off x="91168" y="6265181"/>
            <a:ext cx="257615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b="1" noProof="0" dirty="0">
                <a:solidFill>
                  <a:schemeClr val="accent6"/>
                </a:solidFill>
              </a:rPr>
              <a:t>Score/Rank/Popularity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D56BEF6-E732-AE7D-2725-06632FDC8C1D}"/>
              </a:ext>
            </a:extLst>
          </p:cNvPr>
          <p:cNvSpPr/>
          <p:nvPr/>
        </p:nvSpPr>
        <p:spPr>
          <a:xfrm>
            <a:off x="2868264" y="3051536"/>
            <a:ext cx="1432803" cy="16196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50376F73-ACB6-9B9D-B2DB-55CD748EFBBA}"/>
              </a:ext>
            </a:extLst>
          </p:cNvPr>
          <p:cNvSpPr txBox="1"/>
          <p:nvPr/>
        </p:nvSpPr>
        <p:spPr>
          <a:xfrm>
            <a:off x="1145847" y="2942179"/>
            <a:ext cx="60946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GB" b="1" noProof="0" dirty="0">
                <a:solidFill>
                  <a:schemeClr val="accent6"/>
                </a:solidFill>
              </a:rPr>
              <a:t>URL</a:t>
            </a:r>
          </a:p>
        </p:txBody>
      </p:sp>
      <p:cxnSp>
        <p:nvCxnSpPr>
          <p:cNvPr id="135" name="Connecteur droit 134">
            <a:extLst>
              <a:ext uri="{FF2B5EF4-FFF2-40B4-BE49-F238E27FC236}">
                <a16:creationId xmlns:a16="http://schemas.microsoft.com/office/drawing/2014/main" id="{C2BE9FEA-ED80-B554-DA65-4FF17FE80BCA}"/>
              </a:ext>
            </a:extLst>
          </p:cNvPr>
          <p:cNvCxnSpPr>
            <a:cxnSpLocks/>
            <a:stCxn id="134" idx="3"/>
            <a:endCxn id="132" idx="1"/>
          </p:cNvCxnSpPr>
          <p:nvPr/>
        </p:nvCxnSpPr>
        <p:spPr>
          <a:xfrm>
            <a:off x="1755309" y="3126845"/>
            <a:ext cx="1112955" cy="567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B6AC41F-6E03-D91A-988D-E622498F51D9}"/>
              </a:ext>
            </a:extLst>
          </p:cNvPr>
          <p:cNvSpPr/>
          <p:nvPr/>
        </p:nvSpPr>
        <p:spPr>
          <a:xfrm>
            <a:off x="2855496" y="6087205"/>
            <a:ext cx="1284355" cy="72528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accent6"/>
              </a:solidFill>
            </a:endParaRP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C475BA98-C2E3-439E-6EE9-CFA94B9244AB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3114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34A3-154A-245E-3AE7-73106A4F9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699D32-22BC-9ACA-3A32-7760C9FA9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How imbalanced and correlated is the dataset?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BA09203-02CA-54CC-0A29-08122ADC9D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>
          <a:xfrm>
            <a:off x="0" y="1934528"/>
            <a:ext cx="6480000" cy="432000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CDB5DBE3-3EF9-662F-BA3C-B260549148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>
          <a:xfrm>
            <a:off x="5712000" y="1934528"/>
            <a:ext cx="6480000" cy="432000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6C6088B3-16A7-BB28-D7D0-C66264B9D903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7248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40345-763A-0849-38A7-3BBE9FDB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0BED1A-CB77-FC80-106C-808DEB92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How imbalanced and correlated is the dataset? (2)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6FC29F-3B3C-F796-82FB-12B19579F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/>
        </p:blipFill>
        <p:spPr>
          <a:xfrm>
            <a:off x="0" y="1934528"/>
            <a:ext cx="6480000" cy="432000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6ED7D8D-8127-51AF-FFBB-7B02F3E1E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/>
        </p:blipFill>
        <p:spPr>
          <a:xfrm>
            <a:off x="5712000" y="1934528"/>
            <a:ext cx="6480000" cy="432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BF3FDB12-B256-81F6-2B7F-C339564E2DDC}"/>
                  </a:ext>
                </a:extLst>
              </p:cNvPr>
              <p:cNvSpPr txBox="1"/>
              <p:nvPr/>
            </p:nvSpPr>
            <p:spPr>
              <a:xfrm>
                <a:off x="3001835" y="3349635"/>
                <a:ext cx="2710165" cy="2585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𝑳𝒂𝒃𝒆𝒍𝒔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𝟐𝟕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b="1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noProof="0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𝑺𝒎𝒖𝒕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𝑨𝒅𝒖𝒍𝒕</m:t>
                      </m:r>
                    </m:oMath>
                    <m:oMath xmlns:m="http://schemas.openxmlformats.org/officeDocument/2006/math"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𝑿𝒊𝒂𝒏𝒙𝒊𝒂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𝑿𝒖𝒂𝒏𝒉𝒖𝒂𝒏</m:t>
                      </m:r>
                    </m:oMath>
                    <m:oMath xmlns:m="http://schemas.openxmlformats.org/officeDocument/2006/math"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𝑺𝒉𝒐𝒖𝒋𝒐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𝑨𝒊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𝒀𝒖𝒓𝒊</m:t>
                      </m:r>
                    </m:oMath>
                    <m:oMath xmlns:m="http://schemas.openxmlformats.org/officeDocument/2006/math"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𝑺𝒉𝒐𝒖𝒏𝒆𝒏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𝑨𝒊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𝒀𝒂𝒐𝒊</m:t>
                      </m:r>
                    </m:oMath>
                    <m:oMath xmlns:m="http://schemas.openxmlformats.org/officeDocument/2006/math"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𝑺𝒑𝒐𝒓𝒕</m:t>
                      </m:r>
                    </m:oMath>
                    <m:oMath xmlns:m="http://schemas.openxmlformats.org/officeDocument/2006/math"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𝑴𝒆𝒄𝒉𝒂</m:t>
                      </m:r>
                    </m:oMath>
                    <m:oMath xmlns:m="http://schemas.openxmlformats.org/officeDocument/2006/math"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𝑾𝒖𝒙𝒊𝒂</m:t>
                      </m:r>
                    </m:oMath>
                    <m:oMath xmlns:m="http://schemas.openxmlformats.org/officeDocument/2006/math"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𝑮𝒆𝒏𝒅𝒆𝒓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noProof="0" smtClean="0">
                          <a:latin typeface="Cambria Math" panose="02040503050406030204" pitchFamily="18" charset="0"/>
                        </a:rPr>
                        <m:t>𝑩𝒆𝒏𝒅𝒆𝒓</m:t>
                      </m:r>
                    </m:oMath>
                  </m:oMathPara>
                </a14:m>
                <a:br>
                  <a:rPr lang="en-GB" b="1" noProof="0" dirty="0"/>
                </a:br>
                <a:endParaRPr lang="en-GB" b="1" noProof="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BF3FDB12-B256-81F6-2B7F-C339564E2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1835" y="3349635"/>
                <a:ext cx="2710165" cy="25853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AC6E255D-BB42-07DC-298B-8EF7F7E22F17}"/>
                  </a:ext>
                </a:extLst>
              </p:cNvPr>
              <p:cNvSpPr txBox="1"/>
              <p:nvPr/>
            </p:nvSpPr>
            <p:spPr>
              <a:xfrm>
                <a:off x="6096541" y="6069829"/>
                <a:ext cx="5710918" cy="338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noProof="0" smtClean="0">
                          <a:latin typeface="Cambria Math" panose="02040503050406030204" pitchFamily="18" charset="0"/>
                        </a:rPr>
                        <m:t>𝑼𝒏𝒆𝒙𝒑𝒆𝒄𝒕𝒆𝒅</m:t>
                      </m:r>
                      <m:r>
                        <a:rPr lang="en-GB" sz="1600" b="1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noProof="0" smtClean="0">
                          <a:latin typeface="Cambria Math" panose="02040503050406030204" pitchFamily="18" charset="0"/>
                        </a:rPr>
                        <m:t>𝒄𝒐𝒏𝒔𝒆𝒒𝒖𝒆𝒏𝒄𝒆</m:t>
                      </m:r>
                      <m:r>
                        <a:rPr lang="en-GB" sz="1600" b="1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600" b="1" i="1" noProof="0" smtClean="0">
                          <a:latin typeface="Cambria Math" panose="02040503050406030204" pitchFamily="18" charset="0"/>
                        </a:rPr>
                        <m:t>𝑪𝒐𝒓𝒓𝒆𝒍𝒂𝒕𝒊𝒐𝒏</m:t>
                      </m:r>
                      <m:r>
                        <a:rPr lang="en-GB" sz="1600" b="1" i="1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noProof="0" smtClean="0">
                          <a:latin typeface="Cambria Math" panose="02040503050406030204" pitchFamily="18" charset="0"/>
                        </a:rPr>
                        <m:t>𝒓𝒆𝒊𝒏𝒇𝒐𝒓𝒄𝒆𝒎𝒆𝒏𝒕</m:t>
                      </m:r>
                    </m:oMath>
                  </m:oMathPara>
                </a14:m>
                <a:br>
                  <a:rPr lang="en-GB" sz="1600" b="1" noProof="0" dirty="0"/>
                </a:br>
                <a:endParaRPr lang="en-GB" sz="1600" b="1" noProof="0" dirty="0"/>
              </a:p>
            </p:txBody>
          </p:sp>
        </mc:Choice>
        <mc:Fallback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AC6E255D-BB42-07DC-298B-8EF7F7E22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541" y="6069829"/>
                <a:ext cx="5710918" cy="338619"/>
              </a:xfrm>
              <a:prstGeom prst="rect">
                <a:avLst/>
              </a:prstGeom>
              <a:blipFill>
                <a:blip r:embed="rId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>
            <a:extLst>
              <a:ext uri="{FF2B5EF4-FFF2-40B4-BE49-F238E27FC236}">
                <a16:creationId xmlns:a16="http://schemas.microsoft.com/office/drawing/2014/main" id="{7726DBBF-D0C0-182C-530F-6250A6B3632B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8367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9AFE-732F-8878-1338-B76A84A8F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ED3A1F-5CBF-96EA-D319-12C1A0F6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Bayes and Logistic Preprocessing pipeline</a:t>
            </a:r>
          </a:p>
        </p:txBody>
      </p: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6377D9B4-56EA-16DD-0BBE-0B271B7B9F27}"/>
              </a:ext>
            </a:extLst>
          </p:cNvPr>
          <p:cNvGrpSpPr/>
          <p:nvPr/>
        </p:nvGrpSpPr>
        <p:grpSpPr>
          <a:xfrm>
            <a:off x="249980" y="1738619"/>
            <a:ext cx="11692040" cy="3380762"/>
            <a:chOff x="578831" y="1279939"/>
            <a:chExt cx="11692040" cy="3380762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9A21405D-833C-4B83-F59B-81965D33FB4B}"/>
                </a:ext>
              </a:extLst>
            </p:cNvPr>
            <p:cNvGrpSpPr/>
            <p:nvPr/>
          </p:nvGrpSpPr>
          <p:grpSpPr>
            <a:xfrm>
              <a:off x="702673" y="2031236"/>
              <a:ext cx="569733" cy="569733"/>
              <a:chOff x="2255921" y="2881563"/>
              <a:chExt cx="385011" cy="385011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21E8278B-8065-C84D-0F9D-F0438FBFC0A3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36EA890E-CB70-1BA4-657A-42C843738389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81DD1181-A208-EAD8-2F4F-F8649B09BBC3}"/>
                </a:ext>
              </a:extLst>
            </p:cNvPr>
            <p:cNvSpPr txBox="1"/>
            <p:nvPr/>
          </p:nvSpPr>
          <p:spPr>
            <a:xfrm>
              <a:off x="578831" y="1661139"/>
              <a:ext cx="806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Start</a:t>
              </a:r>
              <a:endParaRPr lang="en-GB" noProof="0" dirty="0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6937339C-A637-4471-8BFD-3681D64637F1}"/>
                </a:ext>
              </a:extLst>
            </p:cNvPr>
            <p:cNvGrpSpPr/>
            <p:nvPr/>
          </p:nvGrpSpPr>
          <p:grpSpPr>
            <a:xfrm>
              <a:off x="1562604" y="2919515"/>
              <a:ext cx="569733" cy="569733"/>
              <a:chOff x="2255921" y="2881563"/>
              <a:chExt cx="385011" cy="385011"/>
            </a:xfrm>
          </p:grpSpPr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138FD59E-0AEF-8884-92D3-F1707A2E1593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89EA70CA-9418-6243-D72F-601B59F1CE21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C7DC7C98-6F33-3A49-F6B1-0F46C1442ACE}"/>
                </a:ext>
              </a:extLst>
            </p:cNvPr>
            <p:cNvSpPr txBox="1"/>
            <p:nvPr/>
          </p:nvSpPr>
          <p:spPr>
            <a:xfrm>
              <a:off x="1146799" y="2549639"/>
              <a:ext cx="140134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Lemmatization</a:t>
              </a:r>
              <a:endParaRPr lang="en-GB" noProof="0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C4528FF7-2E56-CDC3-DE98-DEC5BB1B07D1}"/>
                </a:ext>
              </a:extLst>
            </p:cNvPr>
            <p:cNvSpPr txBox="1"/>
            <p:nvPr/>
          </p:nvSpPr>
          <p:spPr>
            <a:xfrm>
              <a:off x="982021" y="3577468"/>
              <a:ext cx="173089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00" i="1" noProof="0" dirty="0"/>
                <a:t>Spacy </a:t>
              </a:r>
              <a:r>
                <a:rPr lang="en-GB" sz="1200" i="1" noProof="0" dirty="0" err="1"/>
                <a:t>en</a:t>
              </a:r>
              <a:r>
                <a:rPr lang="en-GB" sz="1200" i="1" noProof="0" dirty="0"/>
                <a:t>-core-web-</a:t>
              </a:r>
              <a:r>
                <a:rPr lang="en-GB" sz="1200" i="1" noProof="0" dirty="0" err="1"/>
                <a:t>sm</a:t>
              </a:r>
              <a:endParaRPr lang="en-GB" sz="1200" i="1" noProof="0" dirty="0"/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8CB6D9F8-71E0-A28F-5C44-F5CCA7D84A4B}"/>
                </a:ext>
              </a:extLst>
            </p:cNvPr>
            <p:cNvSpPr txBox="1"/>
            <p:nvPr/>
          </p:nvSpPr>
          <p:spPr>
            <a:xfrm>
              <a:off x="3213274" y="2549639"/>
              <a:ext cx="17910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Normalization</a:t>
              </a:r>
              <a:endParaRPr lang="en-GB" sz="1400" noProof="0" dirty="0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983AE7BE-5DC7-BEDB-8F29-1391E97359BD}"/>
                </a:ext>
              </a:extLst>
            </p:cNvPr>
            <p:cNvSpPr txBox="1"/>
            <p:nvPr/>
          </p:nvSpPr>
          <p:spPr>
            <a:xfrm>
              <a:off x="2848822" y="3577468"/>
              <a:ext cx="2520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00" i="1" noProof="0" dirty="0"/>
                <a:t>Split hyphens, filter number, remove punctuation, lowercase, remove nltk stop words</a:t>
              </a:r>
            </a:p>
          </p:txBody>
        </p:sp>
        <p:cxnSp>
          <p:nvCxnSpPr>
            <p:cNvPr id="40" name="Connecteur droit avec flèche 39">
              <a:extLst>
                <a:ext uri="{FF2B5EF4-FFF2-40B4-BE49-F238E27FC236}">
                  <a16:creationId xmlns:a16="http://schemas.microsoft.com/office/drawing/2014/main" id="{3A2E2B18-01A7-9239-5950-B7E89DA07721}"/>
                </a:ext>
              </a:extLst>
            </p:cNvPr>
            <p:cNvCxnSpPr>
              <a:cxnSpLocks/>
              <a:stCxn id="29" idx="6"/>
              <a:endCxn id="65" idx="2"/>
            </p:cNvCxnSpPr>
            <p:nvPr/>
          </p:nvCxnSpPr>
          <p:spPr>
            <a:xfrm>
              <a:off x="2132337" y="3204382"/>
              <a:ext cx="169161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11304BC3-DDE4-9228-D26F-6188AB6241A2}"/>
                </a:ext>
              </a:extLst>
            </p:cNvPr>
            <p:cNvGrpSpPr/>
            <p:nvPr/>
          </p:nvGrpSpPr>
          <p:grpSpPr>
            <a:xfrm>
              <a:off x="6060246" y="2919515"/>
              <a:ext cx="569733" cy="569733"/>
              <a:chOff x="2255921" y="2881563"/>
              <a:chExt cx="385011" cy="385011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68F1D4C6-044A-1AFD-6E7F-CFDE3D916817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BD2ADC00-0BB8-62B6-1E4E-87B9C8EA5FA0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B6D6BCC4-BD73-CE7C-6DD4-0E7863B88BC4}"/>
                </a:ext>
              </a:extLst>
            </p:cNvPr>
            <p:cNvSpPr txBox="1"/>
            <p:nvPr/>
          </p:nvSpPr>
          <p:spPr>
            <a:xfrm>
              <a:off x="8994192" y="1279939"/>
              <a:ext cx="133003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Vocabulary </a:t>
              </a:r>
              <a:br>
                <a:rPr lang="en-GB" sz="1400" b="1" noProof="0" dirty="0"/>
              </a:br>
              <a:r>
                <a:rPr lang="en-GB" sz="1400" b="1" noProof="0" dirty="0"/>
                <a:t>reduction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C4B3A5E2-A323-E103-0250-E98742ACEE01}"/>
                </a:ext>
              </a:extLst>
            </p:cNvPr>
            <p:cNvSpPr txBox="1"/>
            <p:nvPr/>
          </p:nvSpPr>
          <p:spPr>
            <a:xfrm>
              <a:off x="5488521" y="3577468"/>
              <a:ext cx="171318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00" i="1" noProof="0" dirty="0"/>
                <a:t>Iterative train-dev-test split 75-15-10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0E6B5080-10E7-6B5B-B0A9-408612BC0DFA}"/>
                </a:ext>
              </a:extLst>
            </p:cNvPr>
            <p:cNvSpPr txBox="1"/>
            <p:nvPr/>
          </p:nvSpPr>
          <p:spPr>
            <a:xfrm>
              <a:off x="5449564" y="2549639"/>
              <a:ext cx="17910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Train-dev-test split</a:t>
              </a:r>
              <a:endParaRPr lang="en-GB" sz="1400" noProof="0" dirty="0"/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4385F5D4-AB45-359E-E1AD-D5B4E268C7E5}"/>
                </a:ext>
              </a:extLst>
            </p:cNvPr>
            <p:cNvSpPr txBox="1"/>
            <p:nvPr/>
          </p:nvSpPr>
          <p:spPr>
            <a:xfrm>
              <a:off x="10103288" y="2942771"/>
              <a:ext cx="15317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noProof="0" dirty="0"/>
                <a:t>TFIDF (dev, test) Vectorization</a:t>
              </a:r>
              <a:endParaRPr lang="en-GB" sz="1400" noProof="0" dirty="0"/>
            </a:p>
          </p:txBody>
        </p: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E9FD0A49-20C4-B02F-2425-2C7935A95715}"/>
                </a:ext>
              </a:extLst>
            </p:cNvPr>
            <p:cNvGrpSpPr/>
            <p:nvPr/>
          </p:nvGrpSpPr>
          <p:grpSpPr>
            <a:xfrm>
              <a:off x="9387330" y="4090968"/>
              <a:ext cx="569733" cy="569733"/>
              <a:chOff x="2255921" y="2881563"/>
              <a:chExt cx="385011" cy="385011"/>
            </a:xfrm>
          </p:grpSpPr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94E30FEA-9946-AC3C-FC94-8112552702FA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5C987D75-A276-6EA4-163E-DBF3FB83DCBF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212726C3-2035-9BCC-367B-72A55147F1D9}"/>
                </a:ext>
              </a:extLst>
            </p:cNvPr>
            <p:cNvGrpSpPr/>
            <p:nvPr/>
          </p:nvGrpSpPr>
          <p:grpSpPr>
            <a:xfrm>
              <a:off x="7875043" y="1815027"/>
              <a:ext cx="569733" cy="569733"/>
              <a:chOff x="2255921" y="2881563"/>
              <a:chExt cx="385011" cy="385011"/>
            </a:xfrm>
          </p:grpSpPr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AB18284C-313F-5B6D-AB4D-83DE43DE9D10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6F620F25-9F8B-F4B5-4759-84E9A5DAF4FF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cxnSp>
          <p:nvCxnSpPr>
            <p:cNvPr id="59" name="Connecteur droit avec flèche 58">
              <a:extLst>
                <a:ext uri="{FF2B5EF4-FFF2-40B4-BE49-F238E27FC236}">
                  <a16:creationId xmlns:a16="http://schemas.microsoft.com/office/drawing/2014/main" id="{D992AC22-9121-876C-075F-5655AB8AFD1E}"/>
                </a:ext>
              </a:extLst>
            </p:cNvPr>
            <p:cNvCxnSpPr>
              <a:cxnSpLocks/>
              <a:stCxn id="31" idx="4"/>
              <a:endCxn id="29" idx="2"/>
            </p:cNvCxnSpPr>
            <p:nvPr/>
          </p:nvCxnSpPr>
          <p:spPr>
            <a:xfrm rot="16200000" flipH="1">
              <a:off x="973366" y="2615143"/>
              <a:ext cx="603413" cy="575064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4AF169DB-48A1-250A-804A-0F549917D072}"/>
                </a:ext>
              </a:extLst>
            </p:cNvPr>
            <p:cNvGrpSpPr/>
            <p:nvPr/>
          </p:nvGrpSpPr>
          <p:grpSpPr>
            <a:xfrm>
              <a:off x="3823956" y="2919515"/>
              <a:ext cx="569733" cy="569733"/>
              <a:chOff x="2255921" y="2881563"/>
              <a:chExt cx="385011" cy="385011"/>
            </a:xfrm>
          </p:grpSpPr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55764E4C-A271-AA0B-0BF0-DE1E69972B14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77D17C64-08D5-79AA-73C0-ADB61AF9BE3A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cxnSp>
          <p:nvCxnSpPr>
            <p:cNvPr id="69" name="Connecteur droit avec flèche 68">
              <a:extLst>
                <a:ext uri="{FF2B5EF4-FFF2-40B4-BE49-F238E27FC236}">
                  <a16:creationId xmlns:a16="http://schemas.microsoft.com/office/drawing/2014/main" id="{3C131378-D7D3-FEAB-BA98-7EE99D060CFE}"/>
                </a:ext>
              </a:extLst>
            </p:cNvPr>
            <p:cNvCxnSpPr>
              <a:cxnSpLocks/>
              <a:stCxn id="65" idx="6"/>
              <a:endCxn id="42" idx="2"/>
            </p:cNvCxnSpPr>
            <p:nvPr/>
          </p:nvCxnSpPr>
          <p:spPr>
            <a:xfrm>
              <a:off x="4393689" y="3204382"/>
              <a:ext cx="166655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eur droit avec flèche 58">
              <a:extLst>
                <a:ext uri="{FF2B5EF4-FFF2-40B4-BE49-F238E27FC236}">
                  <a16:creationId xmlns:a16="http://schemas.microsoft.com/office/drawing/2014/main" id="{60305788-1E17-6BF2-238F-6A4D3B7A3E20}"/>
                </a:ext>
              </a:extLst>
            </p:cNvPr>
            <p:cNvCxnSpPr>
              <a:cxnSpLocks/>
              <a:stCxn id="42" idx="6"/>
              <a:endCxn id="57" idx="2"/>
            </p:cNvCxnSpPr>
            <p:nvPr/>
          </p:nvCxnSpPr>
          <p:spPr>
            <a:xfrm flipV="1">
              <a:off x="6629979" y="2099894"/>
              <a:ext cx="1245064" cy="1104488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651E0B6C-34F2-8764-AE23-C6B8139216F5}"/>
                </a:ext>
              </a:extLst>
            </p:cNvPr>
            <p:cNvSpPr txBox="1"/>
            <p:nvPr/>
          </p:nvSpPr>
          <p:spPr>
            <a:xfrm>
              <a:off x="7240661" y="1279939"/>
              <a:ext cx="183849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TFIDF Vectorizer (train fit)</a:t>
              </a:r>
              <a:endParaRPr lang="en-GB" sz="1400" noProof="0" dirty="0"/>
            </a:p>
          </p:txBody>
        </p:sp>
        <p:sp>
          <p:nvSpPr>
            <p:cNvPr id="78" name="ZoneTexte 77">
              <a:extLst>
                <a:ext uri="{FF2B5EF4-FFF2-40B4-BE49-F238E27FC236}">
                  <a16:creationId xmlns:a16="http://schemas.microsoft.com/office/drawing/2014/main" id="{80E533CD-09EE-7C0C-3BA0-29783206192C}"/>
                </a:ext>
              </a:extLst>
            </p:cNvPr>
            <p:cNvSpPr txBox="1"/>
            <p:nvPr/>
          </p:nvSpPr>
          <p:spPr>
            <a:xfrm>
              <a:off x="9984871" y="1770385"/>
              <a:ext cx="228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00" i="1" noProof="0" dirty="0"/>
                <a:t>TFIDF filtering (top 0.005%)</a:t>
              </a:r>
              <a:br>
                <a:rPr lang="en-GB" sz="1200" i="1" noProof="0" dirty="0"/>
              </a:br>
              <a:r>
                <a:rPr lang="en-GB" sz="1200" i="1" noProof="0" dirty="0"/>
                <a:t>Vocab: 2190, “unimportant” token  filtering</a:t>
              </a:r>
            </a:p>
          </p:txBody>
        </p:sp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10156DA7-97AD-ED43-4AD9-0A12F973C7B3}"/>
                </a:ext>
              </a:extLst>
            </p:cNvPr>
            <p:cNvGrpSpPr/>
            <p:nvPr/>
          </p:nvGrpSpPr>
          <p:grpSpPr>
            <a:xfrm>
              <a:off x="9374341" y="1815027"/>
              <a:ext cx="569733" cy="569733"/>
              <a:chOff x="2255921" y="2881563"/>
              <a:chExt cx="385011" cy="385011"/>
            </a:xfrm>
          </p:grpSpPr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F31474D1-9147-75FC-43D0-A61B4AAD3064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FDAB1633-3010-93FA-6F5D-B932AD6FE77A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8ABBB1F3-E33E-6ACF-3DEE-7C494DA67A3D}"/>
                </a:ext>
              </a:extLst>
            </p:cNvPr>
            <p:cNvCxnSpPr>
              <a:cxnSpLocks/>
              <a:stCxn id="57" idx="6"/>
              <a:endCxn id="80" idx="2"/>
            </p:cNvCxnSpPr>
            <p:nvPr/>
          </p:nvCxnSpPr>
          <p:spPr>
            <a:xfrm>
              <a:off x="8444776" y="2099894"/>
              <a:ext cx="9295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Groupe 84">
              <a:extLst>
                <a:ext uri="{FF2B5EF4-FFF2-40B4-BE49-F238E27FC236}">
                  <a16:creationId xmlns:a16="http://schemas.microsoft.com/office/drawing/2014/main" id="{CD2ABE8D-67B8-0DFE-8B92-7FA8B63582C3}"/>
                </a:ext>
              </a:extLst>
            </p:cNvPr>
            <p:cNvGrpSpPr/>
            <p:nvPr/>
          </p:nvGrpSpPr>
          <p:grpSpPr>
            <a:xfrm>
              <a:off x="9374341" y="2919515"/>
              <a:ext cx="569733" cy="569733"/>
              <a:chOff x="2255921" y="2881563"/>
              <a:chExt cx="385011" cy="385011"/>
            </a:xfrm>
          </p:grpSpPr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EBE3C215-FB10-5C51-55EC-11AA349A1871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4BA6FDC5-54C4-13DE-3AC1-C7CB62EDB81A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cxnSp>
          <p:nvCxnSpPr>
            <p:cNvPr id="88" name="Connecteur droit avec flèche 87">
              <a:extLst>
                <a:ext uri="{FF2B5EF4-FFF2-40B4-BE49-F238E27FC236}">
                  <a16:creationId xmlns:a16="http://schemas.microsoft.com/office/drawing/2014/main" id="{F27F84DE-5E3C-B297-E6F0-A151C3C69954}"/>
                </a:ext>
              </a:extLst>
            </p:cNvPr>
            <p:cNvCxnSpPr>
              <a:cxnSpLocks/>
              <a:stCxn id="42" idx="6"/>
              <a:endCxn id="86" idx="2"/>
            </p:cNvCxnSpPr>
            <p:nvPr/>
          </p:nvCxnSpPr>
          <p:spPr>
            <a:xfrm>
              <a:off x="6629979" y="3204382"/>
              <a:ext cx="27443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eur droit avec flèche 90">
              <a:extLst>
                <a:ext uri="{FF2B5EF4-FFF2-40B4-BE49-F238E27FC236}">
                  <a16:creationId xmlns:a16="http://schemas.microsoft.com/office/drawing/2014/main" id="{7B373129-3EEB-4D35-D3C5-FF70FA6FD43F}"/>
                </a:ext>
              </a:extLst>
            </p:cNvPr>
            <p:cNvCxnSpPr>
              <a:cxnSpLocks/>
              <a:stCxn id="80" idx="4"/>
              <a:endCxn id="86" idx="0"/>
            </p:cNvCxnSpPr>
            <p:nvPr/>
          </p:nvCxnSpPr>
          <p:spPr>
            <a:xfrm>
              <a:off x="9659208" y="2384760"/>
              <a:ext cx="0" cy="5347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eur droit avec flèche 93">
              <a:extLst>
                <a:ext uri="{FF2B5EF4-FFF2-40B4-BE49-F238E27FC236}">
                  <a16:creationId xmlns:a16="http://schemas.microsoft.com/office/drawing/2014/main" id="{016540F0-D703-505E-1514-23AE7D423ACF}"/>
                </a:ext>
              </a:extLst>
            </p:cNvPr>
            <p:cNvCxnSpPr>
              <a:cxnSpLocks/>
              <a:stCxn id="86" idx="4"/>
              <a:endCxn id="54" idx="0"/>
            </p:cNvCxnSpPr>
            <p:nvPr/>
          </p:nvCxnSpPr>
          <p:spPr>
            <a:xfrm>
              <a:off x="9659208" y="3489248"/>
              <a:ext cx="12989" cy="6017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ZoneTexte 96">
              <a:extLst>
                <a:ext uri="{FF2B5EF4-FFF2-40B4-BE49-F238E27FC236}">
                  <a16:creationId xmlns:a16="http://schemas.microsoft.com/office/drawing/2014/main" id="{6F57EAA8-B338-EC2E-17F0-82A9CE2516B2}"/>
                </a:ext>
              </a:extLst>
            </p:cNvPr>
            <p:cNvSpPr txBox="1"/>
            <p:nvPr/>
          </p:nvSpPr>
          <p:spPr>
            <a:xfrm>
              <a:off x="10103288" y="4114224"/>
              <a:ext cx="15317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noProof="0" dirty="0"/>
                <a:t>End: TFIDF embedding</a:t>
              </a:r>
              <a:endParaRPr lang="en-GB" sz="1400" noProof="0" dirty="0"/>
            </a:p>
          </p:txBody>
        </p:sp>
      </p:grpSp>
      <p:sp>
        <p:nvSpPr>
          <p:cNvPr id="99" name="ZoneTexte 98">
            <a:extLst>
              <a:ext uri="{FF2B5EF4-FFF2-40B4-BE49-F238E27FC236}">
                <a16:creationId xmlns:a16="http://schemas.microsoft.com/office/drawing/2014/main" id="{3DF693A1-5DDD-BD59-95A5-2AA4AFC02E5E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8227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5A5DF-6ED9-11ED-7268-2ED0F0C9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7E7F35-3652-EA0E-A51B-C2B92552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BERT Preprocessing pipeline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3A43D64-BB67-92FF-10E6-CEF61339F7B1}"/>
              </a:ext>
            </a:extLst>
          </p:cNvPr>
          <p:cNvGrpSpPr/>
          <p:nvPr/>
        </p:nvGrpSpPr>
        <p:grpSpPr>
          <a:xfrm>
            <a:off x="585189" y="2147670"/>
            <a:ext cx="11021623" cy="2562660"/>
            <a:chOff x="249980" y="2119819"/>
            <a:chExt cx="11021623" cy="2562660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62990CF0-8FFE-CCDF-3644-64F630B219F1}"/>
                </a:ext>
              </a:extLst>
            </p:cNvPr>
            <p:cNvGrpSpPr/>
            <p:nvPr/>
          </p:nvGrpSpPr>
          <p:grpSpPr>
            <a:xfrm>
              <a:off x="373822" y="2489916"/>
              <a:ext cx="569733" cy="569733"/>
              <a:chOff x="2255921" y="2881563"/>
              <a:chExt cx="385011" cy="385011"/>
            </a:xfrm>
          </p:grpSpPr>
          <p:sp>
            <p:nvSpPr>
              <p:cNvPr id="31" name="Ellipse 30">
                <a:extLst>
                  <a:ext uri="{FF2B5EF4-FFF2-40B4-BE49-F238E27FC236}">
                    <a16:creationId xmlns:a16="http://schemas.microsoft.com/office/drawing/2014/main" id="{4CA0D2CC-BF8F-A6E9-5EE8-5EEA3D548EEA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00F9CD22-D5B9-7752-C862-F0AFBAA208FB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291F31DD-A662-118F-3664-C1ACEDF14448}"/>
                </a:ext>
              </a:extLst>
            </p:cNvPr>
            <p:cNvSpPr txBox="1"/>
            <p:nvPr/>
          </p:nvSpPr>
          <p:spPr>
            <a:xfrm>
              <a:off x="249980" y="2119819"/>
              <a:ext cx="8063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Start</a:t>
              </a:r>
              <a:endParaRPr lang="en-GB" noProof="0" dirty="0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7838ED0B-3CAF-945C-AF73-482899FDFE60}"/>
                </a:ext>
              </a:extLst>
            </p:cNvPr>
            <p:cNvGrpSpPr/>
            <p:nvPr/>
          </p:nvGrpSpPr>
          <p:grpSpPr>
            <a:xfrm>
              <a:off x="1233753" y="3378195"/>
              <a:ext cx="569733" cy="569733"/>
              <a:chOff x="2255921" y="2881563"/>
              <a:chExt cx="385011" cy="385011"/>
            </a:xfrm>
          </p:grpSpPr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D8C5DA25-8A6F-ADA8-B63C-6133BC1F17D3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B9EEF589-91C6-21D2-2206-60F1AB2EBE29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75A71943-B517-96AD-DC12-BCDC1FD0CFF9}"/>
                </a:ext>
              </a:extLst>
            </p:cNvPr>
            <p:cNvSpPr txBox="1"/>
            <p:nvPr/>
          </p:nvSpPr>
          <p:spPr>
            <a:xfrm>
              <a:off x="817948" y="3008319"/>
              <a:ext cx="140134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BERT Tokenizer</a:t>
              </a:r>
              <a:endParaRPr lang="en-GB" noProof="0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669E7530-4381-75F7-8DE3-EA65765794B0}"/>
                </a:ext>
              </a:extLst>
            </p:cNvPr>
            <p:cNvSpPr txBox="1"/>
            <p:nvPr/>
          </p:nvSpPr>
          <p:spPr>
            <a:xfrm>
              <a:off x="653170" y="4036148"/>
              <a:ext cx="173089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00" i="1" noProof="0" dirty="0"/>
                <a:t>Transformers </a:t>
              </a:r>
              <a:r>
                <a:rPr lang="en-GB" sz="1200" i="1" noProof="0" dirty="0" err="1"/>
                <a:t>bert</a:t>
              </a:r>
              <a:r>
                <a:rPr lang="en-GB" sz="1200" i="1" noProof="0" dirty="0"/>
                <a:t>-base-uncased tokenizer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425A472A-4153-FCFE-DC90-DA33A4F77B79}"/>
                </a:ext>
              </a:extLst>
            </p:cNvPr>
            <p:cNvSpPr txBox="1"/>
            <p:nvPr/>
          </p:nvSpPr>
          <p:spPr>
            <a:xfrm>
              <a:off x="2702197" y="3008319"/>
              <a:ext cx="17910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BERT Model</a:t>
              </a:r>
              <a:endParaRPr lang="en-GB" sz="1400" noProof="0" dirty="0"/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C3C459CB-6E65-B418-6FF7-DF87B340F921}"/>
                </a:ext>
              </a:extLst>
            </p:cNvPr>
            <p:cNvSpPr txBox="1"/>
            <p:nvPr/>
          </p:nvSpPr>
          <p:spPr>
            <a:xfrm>
              <a:off x="2731945" y="4036148"/>
              <a:ext cx="17316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00" i="1" noProof="0" dirty="0"/>
                <a:t>Transformers </a:t>
              </a:r>
              <a:r>
                <a:rPr lang="en-GB" sz="1200" i="1" noProof="0" dirty="0" err="1"/>
                <a:t>bert</a:t>
              </a:r>
              <a:r>
                <a:rPr lang="en-GB" sz="1200" i="1" noProof="0" dirty="0"/>
                <a:t>-base-uncased model</a:t>
              </a:r>
            </a:p>
          </p:txBody>
        </p:sp>
        <p:cxnSp>
          <p:nvCxnSpPr>
            <p:cNvPr id="40" name="Connecteur droit avec flèche 39">
              <a:extLst>
                <a:ext uri="{FF2B5EF4-FFF2-40B4-BE49-F238E27FC236}">
                  <a16:creationId xmlns:a16="http://schemas.microsoft.com/office/drawing/2014/main" id="{2E56000C-8293-1AAE-6DF4-730DD1A45944}"/>
                </a:ext>
              </a:extLst>
            </p:cNvPr>
            <p:cNvCxnSpPr>
              <a:cxnSpLocks/>
              <a:stCxn id="29" idx="6"/>
              <a:endCxn id="65" idx="2"/>
            </p:cNvCxnSpPr>
            <p:nvPr/>
          </p:nvCxnSpPr>
          <p:spPr>
            <a:xfrm>
              <a:off x="1803486" y="3663062"/>
              <a:ext cx="150939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D91A6A7C-BC88-7E97-68A8-94D563D7F784}"/>
                </a:ext>
              </a:extLst>
            </p:cNvPr>
            <p:cNvGrpSpPr/>
            <p:nvPr/>
          </p:nvGrpSpPr>
          <p:grpSpPr>
            <a:xfrm>
              <a:off x="7199943" y="3378195"/>
              <a:ext cx="569733" cy="569733"/>
              <a:chOff x="2255921" y="2881563"/>
              <a:chExt cx="385011" cy="385011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EF113A63-2347-660F-092D-4FCAE42140BB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5D6A8C54-3031-F240-0A29-19F327DEE67A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020929A6-E905-1864-C88B-531EB8283112}"/>
                </a:ext>
              </a:extLst>
            </p:cNvPr>
            <p:cNvSpPr txBox="1"/>
            <p:nvPr/>
          </p:nvSpPr>
          <p:spPr>
            <a:xfrm>
              <a:off x="6628218" y="4036148"/>
              <a:ext cx="171318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00" i="1" noProof="0" dirty="0"/>
                <a:t>Iterative train-dev-test split 75-15-10</a:t>
              </a:r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8D20CFBB-FF03-1E1D-2229-094B5A0C9787}"/>
                </a:ext>
              </a:extLst>
            </p:cNvPr>
            <p:cNvSpPr txBox="1"/>
            <p:nvPr/>
          </p:nvSpPr>
          <p:spPr>
            <a:xfrm>
              <a:off x="6589261" y="3008319"/>
              <a:ext cx="17910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Train-dev-test split</a:t>
              </a:r>
              <a:endParaRPr lang="en-GB" sz="1400" noProof="0" dirty="0"/>
            </a:p>
          </p:txBody>
        </p: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CA56ABFE-D4AD-1839-275C-FA74805604A1}"/>
                </a:ext>
              </a:extLst>
            </p:cNvPr>
            <p:cNvGrpSpPr/>
            <p:nvPr/>
          </p:nvGrpSpPr>
          <p:grpSpPr>
            <a:xfrm>
              <a:off x="9107805" y="3378195"/>
              <a:ext cx="569733" cy="569733"/>
              <a:chOff x="2255921" y="2881563"/>
              <a:chExt cx="385011" cy="385011"/>
            </a:xfrm>
          </p:grpSpPr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5E77DEEF-7635-FB81-A2E1-CEAC8C41711B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A1B1107E-1877-411D-52BA-2FE73ACA93D7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cxnSp>
          <p:nvCxnSpPr>
            <p:cNvPr id="59" name="Connecteur droit avec flèche 58">
              <a:extLst>
                <a:ext uri="{FF2B5EF4-FFF2-40B4-BE49-F238E27FC236}">
                  <a16:creationId xmlns:a16="http://schemas.microsoft.com/office/drawing/2014/main" id="{BCCB4649-655C-212F-63D5-05893744A556}"/>
                </a:ext>
              </a:extLst>
            </p:cNvPr>
            <p:cNvCxnSpPr>
              <a:cxnSpLocks/>
              <a:stCxn id="31" idx="4"/>
              <a:endCxn id="29" idx="2"/>
            </p:cNvCxnSpPr>
            <p:nvPr/>
          </p:nvCxnSpPr>
          <p:spPr>
            <a:xfrm rot="16200000" flipH="1">
              <a:off x="644515" y="3073823"/>
              <a:ext cx="603413" cy="575064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361A0E11-5733-02F9-6D33-8EF9CD63F28C}"/>
                </a:ext>
              </a:extLst>
            </p:cNvPr>
            <p:cNvGrpSpPr/>
            <p:nvPr/>
          </p:nvGrpSpPr>
          <p:grpSpPr>
            <a:xfrm>
              <a:off x="3312879" y="3378195"/>
              <a:ext cx="569733" cy="569733"/>
              <a:chOff x="2255921" y="2881563"/>
              <a:chExt cx="385011" cy="385011"/>
            </a:xfrm>
          </p:grpSpPr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28A955DA-B069-27FC-96C8-9EE78F939F59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4E02409C-154D-03E5-45FD-EAA035DD1C1C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cxnSp>
          <p:nvCxnSpPr>
            <p:cNvPr id="88" name="Connecteur droit avec flèche 87">
              <a:extLst>
                <a:ext uri="{FF2B5EF4-FFF2-40B4-BE49-F238E27FC236}">
                  <a16:creationId xmlns:a16="http://schemas.microsoft.com/office/drawing/2014/main" id="{DEFAE6EF-3894-CBFC-E4E5-6DC9DB8EC159}"/>
                </a:ext>
              </a:extLst>
            </p:cNvPr>
            <p:cNvCxnSpPr>
              <a:cxnSpLocks/>
              <a:stCxn id="42" idx="6"/>
              <a:endCxn id="54" idx="2"/>
            </p:cNvCxnSpPr>
            <p:nvPr/>
          </p:nvCxnSpPr>
          <p:spPr>
            <a:xfrm>
              <a:off x="7769676" y="3663062"/>
              <a:ext cx="133812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ZoneTexte 96">
              <a:extLst>
                <a:ext uri="{FF2B5EF4-FFF2-40B4-BE49-F238E27FC236}">
                  <a16:creationId xmlns:a16="http://schemas.microsoft.com/office/drawing/2014/main" id="{5800903E-FF58-1D81-2090-1443DAD167B1}"/>
                </a:ext>
              </a:extLst>
            </p:cNvPr>
            <p:cNvSpPr txBox="1"/>
            <p:nvPr/>
          </p:nvSpPr>
          <p:spPr>
            <a:xfrm>
              <a:off x="9739853" y="3509173"/>
              <a:ext cx="153175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noProof="0" dirty="0"/>
                <a:t>End</a:t>
              </a:r>
              <a:endParaRPr lang="en-GB" sz="1400" noProof="0" dirty="0"/>
            </a:p>
          </p:txBody>
        </p:sp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19CA5A49-DEE4-228D-BBC9-9E007E6AC404}"/>
                </a:ext>
              </a:extLst>
            </p:cNvPr>
            <p:cNvGrpSpPr/>
            <p:nvPr/>
          </p:nvGrpSpPr>
          <p:grpSpPr>
            <a:xfrm>
              <a:off x="5205075" y="3378195"/>
              <a:ext cx="569733" cy="569733"/>
              <a:chOff x="2255921" y="2881563"/>
              <a:chExt cx="385011" cy="385011"/>
            </a:xfrm>
          </p:grpSpPr>
          <p:sp>
            <p:nvSpPr>
              <p:cNvPr id="4" name="Ellipse 3">
                <a:extLst>
                  <a:ext uri="{FF2B5EF4-FFF2-40B4-BE49-F238E27FC236}">
                    <a16:creationId xmlns:a16="http://schemas.microsoft.com/office/drawing/2014/main" id="{B591726D-BCF3-4CAC-B6DD-81E4DFA7EA3E}"/>
                  </a:ext>
                </a:extLst>
              </p:cNvPr>
              <p:cNvSpPr/>
              <p:nvPr/>
            </p:nvSpPr>
            <p:spPr>
              <a:xfrm>
                <a:off x="2255921" y="2881563"/>
                <a:ext cx="385011" cy="38501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4906B64F-DEF5-C6EC-BEF7-45C53AE4A90D}"/>
                  </a:ext>
                </a:extLst>
              </p:cNvPr>
              <p:cNvSpPr/>
              <p:nvPr/>
            </p:nvSpPr>
            <p:spPr>
              <a:xfrm>
                <a:off x="2298032" y="2923674"/>
                <a:ext cx="300789" cy="30078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F4192A5F-8A11-0A6E-7648-A3CA03A1CFE5}"/>
                </a:ext>
              </a:extLst>
            </p:cNvPr>
            <p:cNvSpPr txBox="1"/>
            <p:nvPr/>
          </p:nvSpPr>
          <p:spPr>
            <a:xfrm>
              <a:off x="4594393" y="3008319"/>
              <a:ext cx="17910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noProof="0" dirty="0"/>
                <a:t>BERT Embedding</a:t>
              </a:r>
              <a:endParaRPr lang="en-GB" sz="1400" noProof="0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C5C6F544-E9AF-FC3A-E29C-551D28AF2F07}"/>
                </a:ext>
              </a:extLst>
            </p:cNvPr>
            <p:cNvSpPr txBox="1"/>
            <p:nvPr/>
          </p:nvSpPr>
          <p:spPr>
            <a:xfrm>
              <a:off x="4624141" y="4036148"/>
              <a:ext cx="1731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200" i="1" noProof="0" dirty="0"/>
                <a:t>Get CLS Layer</a:t>
              </a:r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2D90BAB2-D6E5-4802-B254-969340EDB1A4}"/>
                </a:ext>
              </a:extLst>
            </p:cNvPr>
            <p:cNvCxnSpPr>
              <a:cxnSpLocks/>
              <a:stCxn id="65" idx="6"/>
              <a:endCxn id="4" idx="2"/>
            </p:cNvCxnSpPr>
            <p:nvPr/>
          </p:nvCxnSpPr>
          <p:spPr>
            <a:xfrm>
              <a:off x="3882612" y="3663062"/>
              <a:ext cx="13224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48F0D7A3-092A-3C88-8D54-6902BF972019}"/>
                </a:ext>
              </a:extLst>
            </p:cNvPr>
            <p:cNvCxnSpPr>
              <a:cxnSpLocks/>
              <a:stCxn id="4" idx="6"/>
              <a:endCxn id="42" idx="2"/>
            </p:cNvCxnSpPr>
            <p:nvPr/>
          </p:nvCxnSpPr>
          <p:spPr>
            <a:xfrm>
              <a:off x="5774808" y="3663062"/>
              <a:ext cx="14251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6D9500EC-D6D3-B937-67EC-07437ECB45E3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06165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FB2FC-1B3D-58B6-3D2B-F28885D6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5FFF405-35B7-E4A2-711D-426B36FDF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417B903C-D211-9302-00A0-0137F150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8" y="637762"/>
            <a:ext cx="428439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5100" b="1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Models and 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E842CA-AAE1-F169-4244-6191EA660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003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652C4-431B-7761-410A-73E99BB1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8A7A3B-915D-0ACC-A3D5-BA89D588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Models</a:t>
            </a:r>
          </a:p>
        </p:txBody>
      </p:sp>
      <p:graphicFrame>
        <p:nvGraphicFramePr>
          <p:cNvPr id="10" name="Espace réservé du contenu 8">
            <a:extLst>
              <a:ext uri="{FF2B5EF4-FFF2-40B4-BE49-F238E27FC236}">
                <a16:creationId xmlns:a16="http://schemas.microsoft.com/office/drawing/2014/main" id="{86BB5ECB-114C-D957-29BD-D45C13B942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2174237"/>
              </p:ext>
            </p:extLst>
          </p:nvPr>
        </p:nvGraphicFramePr>
        <p:xfrm>
          <a:off x="838200" y="1539934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C2255168-68B1-F458-3619-327AB6C9DD31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9711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EE12B-4702-C793-6A6D-7370C7479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Rectangle 701">
            <a:extLst>
              <a:ext uri="{FF2B5EF4-FFF2-40B4-BE49-F238E27FC236}">
                <a16:creationId xmlns:a16="http://schemas.microsoft.com/office/drawing/2014/main" id="{BF2EED68-9252-FCB8-F35B-AAB850F7036F}"/>
              </a:ext>
            </a:extLst>
          </p:cNvPr>
          <p:cNvSpPr/>
          <p:nvPr/>
        </p:nvSpPr>
        <p:spPr>
          <a:xfrm>
            <a:off x="8240567" y="3516256"/>
            <a:ext cx="1996517" cy="22031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5142B5C2-89E1-0B8E-C5C8-86A192E05F7D}"/>
              </a:ext>
            </a:extLst>
          </p:cNvPr>
          <p:cNvSpPr/>
          <p:nvPr/>
        </p:nvSpPr>
        <p:spPr>
          <a:xfrm>
            <a:off x="6653343" y="2218908"/>
            <a:ext cx="2354023" cy="22031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00" name="Rectangle 699">
            <a:extLst>
              <a:ext uri="{FF2B5EF4-FFF2-40B4-BE49-F238E27FC236}">
                <a16:creationId xmlns:a16="http://schemas.microsoft.com/office/drawing/2014/main" id="{AF380380-9864-46A4-7DE2-EF68A8814457}"/>
              </a:ext>
            </a:extLst>
          </p:cNvPr>
          <p:cNvSpPr/>
          <p:nvPr/>
        </p:nvSpPr>
        <p:spPr>
          <a:xfrm>
            <a:off x="2906824" y="2043278"/>
            <a:ext cx="3746520" cy="365880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260" name="Groupe 259">
            <a:extLst>
              <a:ext uri="{FF2B5EF4-FFF2-40B4-BE49-F238E27FC236}">
                <a16:creationId xmlns:a16="http://schemas.microsoft.com/office/drawing/2014/main" id="{F2A568A3-F5A7-29EE-2E8B-3578493914E3}"/>
              </a:ext>
            </a:extLst>
          </p:cNvPr>
          <p:cNvGrpSpPr/>
          <p:nvPr/>
        </p:nvGrpSpPr>
        <p:grpSpPr>
          <a:xfrm>
            <a:off x="4705425" y="2912675"/>
            <a:ext cx="341986" cy="2009159"/>
            <a:chOff x="4765565" y="2917805"/>
            <a:chExt cx="341986" cy="2009159"/>
          </a:xfrm>
        </p:grpSpPr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661C253B-4AB3-865D-9E4B-FC8B32413D37}"/>
                </a:ext>
              </a:extLst>
            </p:cNvPr>
            <p:cNvSpPr/>
            <p:nvPr/>
          </p:nvSpPr>
          <p:spPr>
            <a:xfrm>
              <a:off x="4765565" y="2917805"/>
              <a:ext cx="341986" cy="20091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2" name="Ellipse 261">
              <a:extLst>
                <a:ext uri="{FF2B5EF4-FFF2-40B4-BE49-F238E27FC236}">
                  <a16:creationId xmlns:a16="http://schemas.microsoft.com/office/drawing/2014/main" id="{66C6A0D3-AEE6-8751-C5ED-A0F7912C448F}"/>
                </a:ext>
              </a:extLst>
            </p:cNvPr>
            <p:cNvSpPr/>
            <p:nvPr/>
          </p:nvSpPr>
          <p:spPr>
            <a:xfrm>
              <a:off x="4833962" y="3007534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3" name="Ellipse 262">
              <a:extLst>
                <a:ext uri="{FF2B5EF4-FFF2-40B4-BE49-F238E27FC236}">
                  <a16:creationId xmlns:a16="http://schemas.microsoft.com/office/drawing/2014/main" id="{8DC1D1E0-0BAB-79D9-478D-06968CA655CC}"/>
                </a:ext>
              </a:extLst>
            </p:cNvPr>
            <p:cNvSpPr/>
            <p:nvPr/>
          </p:nvSpPr>
          <p:spPr>
            <a:xfrm>
              <a:off x="4833962" y="3280907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4" name="Ellipse 263">
              <a:extLst>
                <a:ext uri="{FF2B5EF4-FFF2-40B4-BE49-F238E27FC236}">
                  <a16:creationId xmlns:a16="http://schemas.microsoft.com/office/drawing/2014/main" id="{9AE3A20B-A017-7492-C29C-944F68767ED4}"/>
                </a:ext>
              </a:extLst>
            </p:cNvPr>
            <p:cNvSpPr/>
            <p:nvPr/>
          </p:nvSpPr>
          <p:spPr>
            <a:xfrm>
              <a:off x="4833962" y="3554280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5" name="Ellipse 264">
              <a:extLst>
                <a:ext uri="{FF2B5EF4-FFF2-40B4-BE49-F238E27FC236}">
                  <a16:creationId xmlns:a16="http://schemas.microsoft.com/office/drawing/2014/main" id="{3495805F-DAD4-3735-8DE0-10B038A2D0F7}"/>
                </a:ext>
              </a:extLst>
            </p:cNvPr>
            <p:cNvSpPr/>
            <p:nvPr/>
          </p:nvSpPr>
          <p:spPr>
            <a:xfrm>
              <a:off x="4833962" y="4374398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6" name="Ellipse 265">
              <a:extLst>
                <a:ext uri="{FF2B5EF4-FFF2-40B4-BE49-F238E27FC236}">
                  <a16:creationId xmlns:a16="http://schemas.microsoft.com/office/drawing/2014/main" id="{2053E50D-D8B1-E0C6-4A5C-434F3A782576}"/>
                </a:ext>
              </a:extLst>
            </p:cNvPr>
            <p:cNvSpPr/>
            <p:nvPr/>
          </p:nvSpPr>
          <p:spPr>
            <a:xfrm>
              <a:off x="4833962" y="4647774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7" name="Ellipse 266">
              <a:extLst>
                <a:ext uri="{FF2B5EF4-FFF2-40B4-BE49-F238E27FC236}">
                  <a16:creationId xmlns:a16="http://schemas.microsoft.com/office/drawing/2014/main" id="{45B984B1-25FF-6B13-B575-130D29CACFBC}"/>
                </a:ext>
              </a:extLst>
            </p:cNvPr>
            <p:cNvSpPr/>
            <p:nvPr/>
          </p:nvSpPr>
          <p:spPr>
            <a:xfrm>
              <a:off x="4833962" y="4101025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8" name="Ellipse 267">
              <a:extLst>
                <a:ext uri="{FF2B5EF4-FFF2-40B4-BE49-F238E27FC236}">
                  <a16:creationId xmlns:a16="http://schemas.microsoft.com/office/drawing/2014/main" id="{4E0A3410-9919-493C-E613-E4139F1B997A}"/>
                </a:ext>
              </a:extLst>
            </p:cNvPr>
            <p:cNvSpPr/>
            <p:nvPr/>
          </p:nvSpPr>
          <p:spPr>
            <a:xfrm>
              <a:off x="4833962" y="3827653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19DC3003-4560-5CB5-1446-558D5A7F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MLP over BERT Embedding (Correlation)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F29F2C-4D75-054D-DF57-576A150EFA5D}"/>
              </a:ext>
            </a:extLst>
          </p:cNvPr>
          <p:cNvSpPr txBox="1"/>
          <p:nvPr/>
        </p:nvSpPr>
        <p:spPr>
          <a:xfrm rot="1993652">
            <a:off x="3516385" y="4403310"/>
            <a:ext cx="1199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i="1" noProof="0" dirty="0"/>
              <a:t>Dense 768x512</a:t>
            </a:r>
          </a:p>
        </p:txBody>
      </p:sp>
      <p:grpSp>
        <p:nvGrpSpPr>
          <p:cNvPr id="232" name="Groupe 231">
            <a:extLst>
              <a:ext uri="{FF2B5EF4-FFF2-40B4-BE49-F238E27FC236}">
                <a16:creationId xmlns:a16="http://schemas.microsoft.com/office/drawing/2014/main" id="{81B9CECD-DCF3-2BE0-876A-D6D4E5BCA343}"/>
              </a:ext>
            </a:extLst>
          </p:cNvPr>
          <p:cNvGrpSpPr/>
          <p:nvPr/>
        </p:nvGrpSpPr>
        <p:grpSpPr>
          <a:xfrm>
            <a:off x="142660" y="2624046"/>
            <a:ext cx="2441723" cy="2724080"/>
            <a:chOff x="142660" y="2624046"/>
            <a:chExt cx="2441723" cy="2724080"/>
          </a:xfrm>
        </p:grpSpPr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4D6F2E18-08EE-9AAD-1F6A-0B8FF99D8F6E}"/>
                </a:ext>
              </a:extLst>
            </p:cNvPr>
            <p:cNvSpPr txBox="1"/>
            <p:nvPr/>
          </p:nvSpPr>
          <p:spPr>
            <a:xfrm>
              <a:off x="142660" y="4040055"/>
              <a:ext cx="80970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1000" i="1" noProof="0" dirty="0"/>
                <a:t>88 Batches</a:t>
              </a:r>
            </a:p>
          </p:txBody>
        </p:sp>
        <p:grpSp>
          <p:nvGrpSpPr>
            <p:cNvPr id="216" name="Groupe 215">
              <a:extLst>
                <a:ext uri="{FF2B5EF4-FFF2-40B4-BE49-F238E27FC236}">
                  <a16:creationId xmlns:a16="http://schemas.microsoft.com/office/drawing/2014/main" id="{AD83C836-EFBA-B5C4-AD94-2A747C39991F}"/>
                </a:ext>
              </a:extLst>
            </p:cNvPr>
            <p:cNvGrpSpPr/>
            <p:nvPr/>
          </p:nvGrpSpPr>
          <p:grpSpPr>
            <a:xfrm>
              <a:off x="1035723" y="2984856"/>
              <a:ext cx="327884" cy="2325698"/>
              <a:chOff x="1100775" y="2639392"/>
              <a:chExt cx="327884" cy="2325698"/>
            </a:xfrm>
          </p:grpSpPr>
          <p:grpSp>
            <p:nvGrpSpPr>
              <p:cNvPr id="104" name="Groupe 103">
                <a:extLst>
                  <a:ext uri="{FF2B5EF4-FFF2-40B4-BE49-F238E27FC236}">
                    <a16:creationId xmlns:a16="http://schemas.microsoft.com/office/drawing/2014/main" id="{A20717EE-B8DE-53F9-9EB9-3350E2DF231E}"/>
                  </a:ext>
                </a:extLst>
              </p:cNvPr>
              <p:cNvGrpSpPr/>
              <p:nvPr/>
            </p:nvGrpSpPr>
            <p:grpSpPr>
              <a:xfrm>
                <a:off x="1100775" y="3406749"/>
                <a:ext cx="327884" cy="790983"/>
                <a:chOff x="5486929" y="2522556"/>
                <a:chExt cx="643691" cy="1552830"/>
              </a:xfrm>
            </p:grpSpPr>
            <p:grpSp>
              <p:nvGrpSpPr>
                <p:cNvPr id="76" name="Groupe 75">
                  <a:extLst>
                    <a:ext uri="{FF2B5EF4-FFF2-40B4-BE49-F238E27FC236}">
                      <a16:creationId xmlns:a16="http://schemas.microsoft.com/office/drawing/2014/main" id="{23C39CAE-154D-5256-C6E9-C05061D87E3B}"/>
                    </a:ext>
                  </a:extLst>
                </p:cNvPr>
                <p:cNvGrpSpPr/>
                <p:nvPr/>
              </p:nvGrpSpPr>
              <p:grpSpPr>
                <a:xfrm>
                  <a:off x="5486929" y="25225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E64AE40D-73B5-42A3-423D-DF3048508391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80905F07-87FF-2417-FBD6-85F44D4FF6EF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1" name="Ellipse 40">
                    <a:extLst>
                      <a:ext uri="{FF2B5EF4-FFF2-40B4-BE49-F238E27FC236}">
                        <a16:creationId xmlns:a16="http://schemas.microsoft.com/office/drawing/2014/main" id="{01043C6A-D3D2-3332-D6BD-C4A4E4D9830C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2" name="Ellipse 41">
                    <a:extLst>
                      <a:ext uri="{FF2B5EF4-FFF2-40B4-BE49-F238E27FC236}">
                        <a16:creationId xmlns:a16="http://schemas.microsoft.com/office/drawing/2014/main" id="{964818DF-2154-4C0C-0EBA-F0A200FA24D1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3" name="Ellipse 42">
                    <a:extLst>
                      <a:ext uri="{FF2B5EF4-FFF2-40B4-BE49-F238E27FC236}">
                        <a16:creationId xmlns:a16="http://schemas.microsoft.com/office/drawing/2014/main" id="{B8857123-92DF-DD2F-2BB1-6895278EB1BE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5" name="Ellipse 44">
                    <a:extLst>
                      <a:ext uri="{FF2B5EF4-FFF2-40B4-BE49-F238E27FC236}">
                        <a16:creationId xmlns:a16="http://schemas.microsoft.com/office/drawing/2014/main" id="{5FCF4A40-D96F-D0B0-C4DB-82DE651A2BBC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6" name="Ellipse 45">
                    <a:extLst>
                      <a:ext uri="{FF2B5EF4-FFF2-40B4-BE49-F238E27FC236}">
                        <a16:creationId xmlns:a16="http://schemas.microsoft.com/office/drawing/2014/main" id="{521EB40D-96E6-C00A-7CDF-E8F5B4806336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75" name="Ellipse 74">
                    <a:extLst>
                      <a:ext uri="{FF2B5EF4-FFF2-40B4-BE49-F238E27FC236}">
                        <a16:creationId xmlns:a16="http://schemas.microsoft.com/office/drawing/2014/main" id="{CEC51F94-241A-5BA2-BA51-5875ADBC3370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77" name="Groupe 76">
                  <a:extLst>
                    <a:ext uri="{FF2B5EF4-FFF2-40B4-BE49-F238E27FC236}">
                      <a16:creationId xmlns:a16="http://schemas.microsoft.com/office/drawing/2014/main" id="{26E30175-8720-976D-BF03-40F0BFDE4849}"/>
                    </a:ext>
                  </a:extLst>
                </p:cNvPr>
                <p:cNvGrpSpPr/>
                <p:nvPr/>
              </p:nvGrpSpPr>
              <p:grpSpPr>
                <a:xfrm>
                  <a:off x="5639329" y="26749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EDD3DD31-060E-4922-A48A-C67BED765869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79" name="Ellipse 78">
                    <a:extLst>
                      <a:ext uri="{FF2B5EF4-FFF2-40B4-BE49-F238E27FC236}">
                        <a16:creationId xmlns:a16="http://schemas.microsoft.com/office/drawing/2014/main" id="{1174D599-BEEE-82AC-3B09-91FA83DDA2AD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0" name="Ellipse 79">
                    <a:extLst>
                      <a:ext uri="{FF2B5EF4-FFF2-40B4-BE49-F238E27FC236}">
                        <a16:creationId xmlns:a16="http://schemas.microsoft.com/office/drawing/2014/main" id="{774E65E4-D98D-EDFD-EFF7-5992F4605690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1" name="Ellipse 80">
                    <a:extLst>
                      <a:ext uri="{FF2B5EF4-FFF2-40B4-BE49-F238E27FC236}">
                        <a16:creationId xmlns:a16="http://schemas.microsoft.com/office/drawing/2014/main" id="{2F020E33-7A5C-FA63-B4DF-F504EC46D5BD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2" name="Ellipse 81">
                    <a:extLst>
                      <a:ext uri="{FF2B5EF4-FFF2-40B4-BE49-F238E27FC236}">
                        <a16:creationId xmlns:a16="http://schemas.microsoft.com/office/drawing/2014/main" id="{B703AE77-D0CE-2C6E-2052-48FED33B81F6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3" name="Ellipse 82">
                    <a:extLst>
                      <a:ext uri="{FF2B5EF4-FFF2-40B4-BE49-F238E27FC236}">
                        <a16:creationId xmlns:a16="http://schemas.microsoft.com/office/drawing/2014/main" id="{850FB722-5DF0-9871-0EBD-CABE9D450D5D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4" name="Ellipse 83">
                    <a:extLst>
                      <a:ext uri="{FF2B5EF4-FFF2-40B4-BE49-F238E27FC236}">
                        <a16:creationId xmlns:a16="http://schemas.microsoft.com/office/drawing/2014/main" id="{4EB68318-6DCC-2C87-469A-79FF84C213D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5" name="Ellipse 84">
                    <a:extLst>
                      <a:ext uri="{FF2B5EF4-FFF2-40B4-BE49-F238E27FC236}">
                        <a16:creationId xmlns:a16="http://schemas.microsoft.com/office/drawing/2014/main" id="{CC869F82-1F10-23A7-9C17-E819B91877F1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86" name="Groupe 85">
                  <a:extLst>
                    <a:ext uri="{FF2B5EF4-FFF2-40B4-BE49-F238E27FC236}">
                      <a16:creationId xmlns:a16="http://schemas.microsoft.com/office/drawing/2014/main" id="{132A059D-CF2B-6267-9F17-00CE47E31B74}"/>
                    </a:ext>
                  </a:extLst>
                </p:cNvPr>
                <p:cNvGrpSpPr/>
                <p:nvPr/>
              </p:nvGrpSpPr>
              <p:grpSpPr>
                <a:xfrm>
                  <a:off x="5791729" y="28273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053A75D9-08C6-70E8-4892-BED56F24B0F3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8" name="Ellipse 87">
                    <a:extLst>
                      <a:ext uri="{FF2B5EF4-FFF2-40B4-BE49-F238E27FC236}">
                        <a16:creationId xmlns:a16="http://schemas.microsoft.com/office/drawing/2014/main" id="{2A89EA95-5FE6-C570-AFDE-4B6A4226479E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9" name="Ellipse 88">
                    <a:extLst>
                      <a:ext uri="{FF2B5EF4-FFF2-40B4-BE49-F238E27FC236}">
                        <a16:creationId xmlns:a16="http://schemas.microsoft.com/office/drawing/2014/main" id="{22947385-A66E-C818-9530-C975BE76A552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0" name="Ellipse 89">
                    <a:extLst>
                      <a:ext uri="{FF2B5EF4-FFF2-40B4-BE49-F238E27FC236}">
                        <a16:creationId xmlns:a16="http://schemas.microsoft.com/office/drawing/2014/main" id="{3FE16690-781F-F0CE-5C09-215C0CD58AA5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1" name="Ellipse 90">
                    <a:extLst>
                      <a:ext uri="{FF2B5EF4-FFF2-40B4-BE49-F238E27FC236}">
                        <a16:creationId xmlns:a16="http://schemas.microsoft.com/office/drawing/2014/main" id="{519DE993-52FB-BA6D-090E-1DC468B07A24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2" name="Ellipse 91">
                    <a:extLst>
                      <a:ext uri="{FF2B5EF4-FFF2-40B4-BE49-F238E27FC236}">
                        <a16:creationId xmlns:a16="http://schemas.microsoft.com/office/drawing/2014/main" id="{B38B7869-6994-8435-618A-5FE10588AC24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3" name="Ellipse 92">
                    <a:extLst>
                      <a:ext uri="{FF2B5EF4-FFF2-40B4-BE49-F238E27FC236}">
                        <a16:creationId xmlns:a16="http://schemas.microsoft.com/office/drawing/2014/main" id="{E56FEB9B-7931-68E4-C40C-E9EA6F675990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4" name="Ellipse 93">
                    <a:extLst>
                      <a:ext uri="{FF2B5EF4-FFF2-40B4-BE49-F238E27FC236}">
                        <a16:creationId xmlns:a16="http://schemas.microsoft.com/office/drawing/2014/main" id="{84A50BA4-F2E7-3231-CCFA-9DA520855F2A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95" name="Groupe 94">
                  <a:extLst>
                    <a:ext uri="{FF2B5EF4-FFF2-40B4-BE49-F238E27FC236}">
                      <a16:creationId xmlns:a16="http://schemas.microsoft.com/office/drawing/2014/main" id="{02530EA9-9CE3-1CA7-782B-C6EB7D4627BF}"/>
                    </a:ext>
                  </a:extLst>
                </p:cNvPr>
                <p:cNvGrpSpPr/>
                <p:nvPr/>
              </p:nvGrpSpPr>
              <p:grpSpPr>
                <a:xfrm>
                  <a:off x="5944129" y="29797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6265BDC0-594B-8A5C-3559-D26A84F18641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7" name="Ellipse 96">
                    <a:extLst>
                      <a:ext uri="{FF2B5EF4-FFF2-40B4-BE49-F238E27FC236}">
                        <a16:creationId xmlns:a16="http://schemas.microsoft.com/office/drawing/2014/main" id="{1CE1D45A-A5DF-4B2C-C7EB-D17D75735F8A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8" name="Ellipse 97">
                    <a:extLst>
                      <a:ext uri="{FF2B5EF4-FFF2-40B4-BE49-F238E27FC236}">
                        <a16:creationId xmlns:a16="http://schemas.microsoft.com/office/drawing/2014/main" id="{3D760968-B9CA-CE6B-9297-D04DD1D3FF81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9" name="Ellipse 98">
                    <a:extLst>
                      <a:ext uri="{FF2B5EF4-FFF2-40B4-BE49-F238E27FC236}">
                        <a16:creationId xmlns:a16="http://schemas.microsoft.com/office/drawing/2014/main" id="{B0CE5EE5-2E87-3C3A-E896-C5F25D766E0D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00" name="Ellipse 99">
                    <a:extLst>
                      <a:ext uri="{FF2B5EF4-FFF2-40B4-BE49-F238E27FC236}">
                        <a16:creationId xmlns:a16="http://schemas.microsoft.com/office/drawing/2014/main" id="{16485C71-676F-088A-6D34-A61983CD8334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01" name="Ellipse 100">
                    <a:extLst>
                      <a:ext uri="{FF2B5EF4-FFF2-40B4-BE49-F238E27FC236}">
                        <a16:creationId xmlns:a16="http://schemas.microsoft.com/office/drawing/2014/main" id="{8ACF26AE-F926-87BA-B996-ADBD7C5C6186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02" name="Ellipse 101">
                    <a:extLst>
                      <a:ext uri="{FF2B5EF4-FFF2-40B4-BE49-F238E27FC236}">
                        <a16:creationId xmlns:a16="http://schemas.microsoft.com/office/drawing/2014/main" id="{85F20749-2844-42CB-4D44-D1EFB5CF40B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03" name="Ellipse 102">
                    <a:extLst>
                      <a:ext uri="{FF2B5EF4-FFF2-40B4-BE49-F238E27FC236}">
                        <a16:creationId xmlns:a16="http://schemas.microsoft.com/office/drawing/2014/main" id="{37758204-093D-9C3F-73C7-39E6FA48324E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</p:grpSp>
          <p:grpSp>
            <p:nvGrpSpPr>
              <p:cNvPr id="142" name="Groupe 141">
                <a:extLst>
                  <a:ext uri="{FF2B5EF4-FFF2-40B4-BE49-F238E27FC236}">
                    <a16:creationId xmlns:a16="http://schemas.microsoft.com/office/drawing/2014/main" id="{F1BD4C33-38BD-79EE-A563-7C0778BA57F8}"/>
                  </a:ext>
                </a:extLst>
              </p:cNvPr>
              <p:cNvGrpSpPr/>
              <p:nvPr/>
            </p:nvGrpSpPr>
            <p:grpSpPr>
              <a:xfrm>
                <a:off x="1100775" y="2639392"/>
                <a:ext cx="327884" cy="790983"/>
                <a:chOff x="5486929" y="2522556"/>
                <a:chExt cx="643691" cy="1552830"/>
              </a:xfrm>
            </p:grpSpPr>
            <p:grpSp>
              <p:nvGrpSpPr>
                <p:cNvPr id="143" name="Groupe 142">
                  <a:extLst>
                    <a:ext uri="{FF2B5EF4-FFF2-40B4-BE49-F238E27FC236}">
                      <a16:creationId xmlns:a16="http://schemas.microsoft.com/office/drawing/2014/main" id="{EA6859F1-DD86-AE01-5FFE-1810F6B091BF}"/>
                    </a:ext>
                  </a:extLst>
                </p:cNvPr>
                <p:cNvGrpSpPr/>
                <p:nvPr/>
              </p:nvGrpSpPr>
              <p:grpSpPr>
                <a:xfrm>
                  <a:off x="5486929" y="25225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71" name="Rectangle 170">
                    <a:extLst>
                      <a:ext uri="{FF2B5EF4-FFF2-40B4-BE49-F238E27FC236}">
                        <a16:creationId xmlns:a16="http://schemas.microsoft.com/office/drawing/2014/main" id="{6142A9C0-0236-3E67-FA86-FC7E98601AFA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2" name="Ellipse 171">
                    <a:extLst>
                      <a:ext uri="{FF2B5EF4-FFF2-40B4-BE49-F238E27FC236}">
                        <a16:creationId xmlns:a16="http://schemas.microsoft.com/office/drawing/2014/main" id="{88275E16-5BF1-02FC-BEE0-32CB8A1ECA39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3" name="Ellipse 172">
                    <a:extLst>
                      <a:ext uri="{FF2B5EF4-FFF2-40B4-BE49-F238E27FC236}">
                        <a16:creationId xmlns:a16="http://schemas.microsoft.com/office/drawing/2014/main" id="{3B153721-0E5D-5F87-EA49-63D7E5257686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4" name="Ellipse 173">
                    <a:extLst>
                      <a:ext uri="{FF2B5EF4-FFF2-40B4-BE49-F238E27FC236}">
                        <a16:creationId xmlns:a16="http://schemas.microsoft.com/office/drawing/2014/main" id="{C6F4B417-0131-C76D-AC9E-25E48D2D0AFA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5" name="Ellipse 174">
                    <a:extLst>
                      <a:ext uri="{FF2B5EF4-FFF2-40B4-BE49-F238E27FC236}">
                        <a16:creationId xmlns:a16="http://schemas.microsoft.com/office/drawing/2014/main" id="{52836A8B-E9E7-FD5D-9650-09F00966D223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6" name="Ellipse 175">
                    <a:extLst>
                      <a:ext uri="{FF2B5EF4-FFF2-40B4-BE49-F238E27FC236}">
                        <a16:creationId xmlns:a16="http://schemas.microsoft.com/office/drawing/2014/main" id="{5E2E2AEE-5D94-23E9-1C96-CF65E8484A2E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7" name="Ellipse 176">
                    <a:extLst>
                      <a:ext uri="{FF2B5EF4-FFF2-40B4-BE49-F238E27FC236}">
                        <a16:creationId xmlns:a16="http://schemas.microsoft.com/office/drawing/2014/main" id="{44BB76A5-982B-32F8-DCC1-2E0D53B79713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8" name="Ellipse 177">
                    <a:extLst>
                      <a:ext uri="{FF2B5EF4-FFF2-40B4-BE49-F238E27FC236}">
                        <a16:creationId xmlns:a16="http://schemas.microsoft.com/office/drawing/2014/main" id="{D1CA55BD-C0DF-108B-A822-1D09BF6441D3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44" name="Groupe 143">
                  <a:extLst>
                    <a:ext uri="{FF2B5EF4-FFF2-40B4-BE49-F238E27FC236}">
                      <a16:creationId xmlns:a16="http://schemas.microsoft.com/office/drawing/2014/main" id="{A6447E72-C065-D5BF-9CCF-11C60EA83938}"/>
                    </a:ext>
                  </a:extLst>
                </p:cNvPr>
                <p:cNvGrpSpPr/>
                <p:nvPr/>
              </p:nvGrpSpPr>
              <p:grpSpPr>
                <a:xfrm>
                  <a:off x="5639329" y="26749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63" name="Rectangle 162">
                    <a:extLst>
                      <a:ext uri="{FF2B5EF4-FFF2-40B4-BE49-F238E27FC236}">
                        <a16:creationId xmlns:a16="http://schemas.microsoft.com/office/drawing/2014/main" id="{487F81D0-859A-3B15-E0EA-B8BB26FBD0BC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4" name="Ellipse 163">
                    <a:extLst>
                      <a:ext uri="{FF2B5EF4-FFF2-40B4-BE49-F238E27FC236}">
                        <a16:creationId xmlns:a16="http://schemas.microsoft.com/office/drawing/2014/main" id="{B3EC688A-7D71-54F2-47D1-17997060B454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5" name="Ellipse 164">
                    <a:extLst>
                      <a:ext uri="{FF2B5EF4-FFF2-40B4-BE49-F238E27FC236}">
                        <a16:creationId xmlns:a16="http://schemas.microsoft.com/office/drawing/2014/main" id="{C4B47E4A-D969-4AF6-9EFB-5A097E278879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6" name="Ellipse 165">
                    <a:extLst>
                      <a:ext uri="{FF2B5EF4-FFF2-40B4-BE49-F238E27FC236}">
                        <a16:creationId xmlns:a16="http://schemas.microsoft.com/office/drawing/2014/main" id="{AE8DBFF3-E333-D585-398B-9977C67EF776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7" name="Ellipse 166">
                    <a:extLst>
                      <a:ext uri="{FF2B5EF4-FFF2-40B4-BE49-F238E27FC236}">
                        <a16:creationId xmlns:a16="http://schemas.microsoft.com/office/drawing/2014/main" id="{7D72C4D2-24A1-2BA5-F20D-358431AAED1D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8" name="Ellipse 167">
                    <a:extLst>
                      <a:ext uri="{FF2B5EF4-FFF2-40B4-BE49-F238E27FC236}">
                        <a16:creationId xmlns:a16="http://schemas.microsoft.com/office/drawing/2014/main" id="{EA5EE7A7-BD7E-C22F-28B1-400561DBC0CA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9" name="Ellipse 168">
                    <a:extLst>
                      <a:ext uri="{FF2B5EF4-FFF2-40B4-BE49-F238E27FC236}">
                        <a16:creationId xmlns:a16="http://schemas.microsoft.com/office/drawing/2014/main" id="{DE536EFC-111A-6ECE-23E6-6D919774571A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0" name="Ellipse 169">
                    <a:extLst>
                      <a:ext uri="{FF2B5EF4-FFF2-40B4-BE49-F238E27FC236}">
                        <a16:creationId xmlns:a16="http://schemas.microsoft.com/office/drawing/2014/main" id="{E4E35444-2460-4522-9B0D-0085C47E428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45" name="Groupe 144">
                  <a:extLst>
                    <a:ext uri="{FF2B5EF4-FFF2-40B4-BE49-F238E27FC236}">
                      <a16:creationId xmlns:a16="http://schemas.microsoft.com/office/drawing/2014/main" id="{3ACE5B62-D4D2-A82C-78F5-2773A8248C95}"/>
                    </a:ext>
                  </a:extLst>
                </p:cNvPr>
                <p:cNvGrpSpPr/>
                <p:nvPr/>
              </p:nvGrpSpPr>
              <p:grpSpPr>
                <a:xfrm>
                  <a:off x="5791729" y="28273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55" name="Rectangle 154">
                    <a:extLst>
                      <a:ext uri="{FF2B5EF4-FFF2-40B4-BE49-F238E27FC236}">
                        <a16:creationId xmlns:a16="http://schemas.microsoft.com/office/drawing/2014/main" id="{35598E47-77ED-1E44-4382-AB8D833F2A9A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6" name="Ellipse 155">
                    <a:extLst>
                      <a:ext uri="{FF2B5EF4-FFF2-40B4-BE49-F238E27FC236}">
                        <a16:creationId xmlns:a16="http://schemas.microsoft.com/office/drawing/2014/main" id="{E4BADD69-850C-8E9B-7730-032B8F89736C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7" name="Ellipse 156">
                    <a:extLst>
                      <a:ext uri="{FF2B5EF4-FFF2-40B4-BE49-F238E27FC236}">
                        <a16:creationId xmlns:a16="http://schemas.microsoft.com/office/drawing/2014/main" id="{C2FFB9F3-8A55-A81D-225E-0C4AF946AB40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8" name="Ellipse 157">
                    <a:extLst>
                      <a:ext uri="{FF2B5EF4-FFF2-40B4-BE49-F238E27FC236}">
                        <a16:creationId xmlns:a16="http://schemas.microsoft.com/office/drawing/2014/main" id="{E9B12C29-996C-F942-9D94-0F7B439AEC03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9" name="Ellipse 158">
                    <a:extLst>
                      <a:ext uri="{FF2B5EF4-FFF2-40B4-BE49-F238E27FC236}">
                        <a16:creationId xmlns:a16="http://schemas.microsoft.com/office/drawing/2014/main" id="{DE63A75B-5643-6CA7-5A9E-211C09D9CAFD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0" name="Ellipse 159">
                    <a:extLst>
                      <a:ext uri="{FF2B5EF4-FFF2-40B4-BE49-F238E27FC236}">
                        <a16:creationId xmlns:a16="http://schemas.microsoft.com/office/drawing/2014/main" id="{4676303A-241F-09E2-0E84-438D2685C9CA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1" name="Ellipse 160">
                    <a:extLst>
                      <a:ext uri="{FF2B5EF4-FFF2-40B4-BE49-F238E27FC236}">
                        <a16:creationId xmlns:a16="http://schemas.microsoft.com/office/drawing/2014/main" id="{BB98C152-82D0-801E-F279-F3B01FE59870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2" name="Ellipse 161">
                    <a:extLst>
                      <a:ext uri="{FF2B5EF4-FFF2-40B4-BE49-F238E27FC236}">
                        <a16:creationId xmlns:a16="http://schemas.microsoft.com/office/drawing/2014/main" id="{F04F311C-DED6-F5D7-BF27-F5A3A61B86BC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46" name="Groupe 145">
                  <a:extLst>
                    <a:ext uri="{FF2B5EF4-FFF2-40B4-BE49-F238E27FC236}">
                      <a16:creationId xmlns:a16="http://schemas.microsoft.com/office/drawing/2014/main" id="{7BE557AB-A546-282E-FB97-4ECDEC414126}"/>
                    </a:ext>
                  </a:extLst>
                </p:cNvPr>
                <p:cNvGrpSpPr/>
                <p:nvPr/>
              </p:nvGrpSpPr>
              <p:grpSpPr>
                <a:xfrm>
                  <a:off x="5944129" y="29797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B7B3F03A-BB83-91ED-5F9F-BD56E93C3E5F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48" name="Ellipse 147">
                    <a:extLst>
                      <a:ext uri="{FF2B5EF4-FFF2-40B4-BE49-F238E27FC236}">
                        <a16:creationId xmlns:a16="http://schemas.microsoft.com/office/drawing/2014/main" id="{889C76C6-97C5-1F49-6CC5-03E12BFAD314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49" name="Ellipse 148">
                    <a:extLst>
                      <a:ext uri="{FF2B5EF4-FFF2-40B4-BE49-F238E27FC236}">
                        <a16:creationId xmlns:a16="http://schemas.microsoft.com/office/drawing/2014/main" id="{C1AE1862-2D2D-6AD9-23D3-1D4965FAD6A8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0" name="Ellipse 149">
                    <a:extLst>
                      <a:ext uri="{FF2B5EF4-FFF2-40B4-BE49-F238E27FC236}">
                        <a16:creationId xmlns:a16="http://schemas.microsoft.com/office/drawing/2014/main" id="{71E095B5-B6EC-C049-9C02-E792F1D8AF78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1" name="Ellipse 150">
                    <a:extLst>
                      <a:ext uri="{FF2B5EF4-FFF2-40B4-BE49-F238E27FC236}">
                        <a16:creationId xmlns:a16="http://schemas.microsoft.com/office/drawing/2014/main" id="{C6FA142F-9B1D-A004-BB84-C1A2D83A8CA5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2" name="Ellipse 151">
                    <a:extLst>
                      <a:ext uri="{FF2B5EF4-FFF2-40B4-BE49-F238E27FC236}">
                        <a16:creationId xmlns:a16="http://schemas.microsoft.com/office/drawing/2014/main" id="{2285F360-CEF2-DD7B-849D-4CA712C8F76C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3" name="Ellipse 152">
                    <a:extLst>
                      <a:ext uri="{FF2B5EF4-FFF2-40B4-BE49-F238E27FC236}">
                        <a16:creationId xmlns:a16="http://schemas.microsoft.com/office/drawing/2014/main" id="{DA622909-9D43-35C3-24EC-660E9EFA70DD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4" name="Ellipse 153">
                    <a:extLst>
                      <a:ext uri="{FF2B5EF4-FFF2-40B4-BE49-F238E27FC236}">
                        <a16:creationId xmlns:a16="http://schemas.microsoft.com/office/drawing/2014/main" id="{C95B5E54-E528-563D-B9C3-B934464F6EC3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</p:grpSp>
          <p:grpSp>
            <p:nvGrpSpPr>
              <p:cNvPr id="179" name="Groupe 178">
                <a:extLst>
                  <a:ext uri="{FF2B5EF4-FFF2-40B4-BE49-F238E27FC236}">
                    <a16:creationId xmlns:a16="http://schemas.microsoft.com/office/drawing/2014/main" id="{621A61F9-A1C6-D8DE-B26C-EEFFDF22673C}"/>
                  </a:ext>
                </a:extLst>
              </p:cNvPr>
              <p:cNvGrpSpPr/>
              <p:nvPr/>
            </p:nvGrpSpPr>
            <p:grpSpPr>
              <a:xfrm>
                <a:off x="1100775" y="4174107"/>
                <a:ext cx="327884" cy="790983"/>
                <a:chOff x="5486929" y="2522556"/>
                <a:chExt cx="643691" cy="1552830"/>
              </a:xfrm>
            </p:grpSpPr>
            <p:grpSp>
              <p:nvGrpSpPr>
                <p:cNvPr id="180" name="Groupe 179">
                  <a:extLst>
                    <a:ext uri="{FF2B5EF4-FFF2-40B4-BE49-F238E27FC236}">
                      <a16:creationId xmlns:a16="http://schemas.microsoft.com/office/drawing/2014/main" id="{8C208420-B6D5-F74A-FF1B-139FACB109EF}"/>
                    </a:ext>
                  </a:extLst>
                </p:cNvPr>
                <p:cNvGrpSpPr/>
                <p:nvPr/>
              </p:nvGrpSpPr>
              <p:grpSpPr>
                <a:xfrm>
                  <a:off x="5486929" y="25225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208" name="Rectangle 207">
                    <a:extLst>
                      <a:ext uri="{FF2B5EF4-FFF2-40B4-BE49-F238E27FC236}">
                        <a16:creationId xmlns:a16="http://schemas.microsoft.com/office/drawing/2014/main" id="{9F610CA3-9263-2138-481C-B6A2E5262E16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9" name="Ellipse 208">
                    <a:extLst>
                      <a:ext uri="{FF2B5EF4-FFF2-40B4-BE49-F238E27FC236}">
                        <a16:creationId xmlns:a16="http://schemas.microsoft.com/office/drawing/2014/main" id="{695507E1-13F8-A3B7-71F6-2497A0D397E8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0" name="Ellipse 209">
                    <a:extLst>
                      <a:ext uri="{FF2B5EF4-FFF2-40B4-BE49-F238E27FC236}">
                        <a16:creationId xmlns:a16="http://schemas.microsoft.com/office/drawing/2014/main" id="{CFD7A93B-0E9E-65F1-5D1A-FB9A63274354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1" name="Ellipse 210">
                    <a:extLst>
                      <a:ext uri="{FF2B5EF4-FFF2-40B4-BE49-F238E27FC236}">
                        <a16:creationId xmlns:a16="http://schemas.microsoft.com/office/drawing/2014/main" id="{4B461FCE-D591-9AB9-0AA8-57A53FF41097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2" name="Ellipse 211">
                    <a:extLst>
                      <a:ext uri="{FF2B5EF4-FFF2-40B4-BE49-F238E27FC236}">
                        <a16:creationId xmlns:a16="http://schemas.microsoft.com/office/drawing/2014/main" id="{DF4235DE-AB85-6278-9A2E-E48E9459D697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3" name="Ellipse 212">
                    <a:extLst>
                      <a:ext uri="{FF2B5EF4-FFF2-40B4-BE49-F238E27FC236}">
                        <a16:creationId xmlns:a16="http://schemas.microsoft.com/office/drawing/2014/main" id="{973D440A-168E-D49A-C438-485914EDB816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4" name="Ellipse 213">
                    <a:extLst>
                      <a:ext uri="{FF2B5EF4-FFF2-40B4-BE49-F238E27FC236}">
                        <a16:creationId xmlns:a16="http://schemas.microsoft.com/office/drawing/2014/main" id="{50A2DBC6-737B-0753-E459-8E9E5E462D9F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5" name="Ellipse 214">
                    <a:extLst>
                      <a:ext uri="{FF2B5EF4-FFF2-40B4-BE49-F238E27FC236}">
                        <a16:creationId xmlns:a16="http://schemas.microsoft.com/office/drawing/2014/main" id="{0F449CC0-C5BF-00E0-AE71-0AE028FA81FB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81" name="Groupe 180">
                  <a:extLst>
                    <a:ext uri="{FF2B5EF4-FFF2-40B4-BE49-F238E27FC236}">
                      <a16:creationId xmlns:a16="http://schemas.microsoft.com/office/drawing/2014/main" id="{51971631-C44E-BEF3-394C-050911C8D6A9}"/>
                    </a:ext>
                  </a:extLst>
                </p:cNvPr>
                <p:cNvGrpSpPr/>
                <p:nvPr/>
              </p:nvGrpSpPr>
              <p:grpSpPr>
                <a:xfrm>
                  <a:off x="5639329" y="26749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200" name="Rectangle 199">
                    <a:extLst>
                      <a:ext uri="{FF2B5EF4-FFF2-40B4-BE49-F238E27FC236}">
                        <a16:creationId xmlns:a16="http://schemas.microsoft.com/office/drawing/2014/main" id="{0E8E6EE4-943A-A9C5-BDF0-9E2D34C3E022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1" name="Ellipse 200">
                    <a:extLst>
                      <a:ext uri="{FF2B5EF4-FFF2-40B4-BE49-F238E27FC236}">
                        <a16:creationId xmlns:a16="http://schemas.microsoft.com/office/drawing/2014/main" id="{4125A6A6-2BBB-70BF-9FBE-DB3E47C01B7A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2" name="Ellipse 201">
                    <a:extLst>
                      <a:ext uri="{FF2B5EF4-FFF2-40B4-BE49-F238E27FC236}">
                        <a16:creationId xmlns:a16="http://schemas.microsoft.com/office/drawing/2014/main" id="{45E0B284-FCB4-E0C5-DDA7-1600C1D90CD3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3" name="Ellipse 202">
                    <a:extLst>
                      <a:ext uri="{FF2B5EF4-FFF2-40B4-BE49-F238E27FC236}">
                        <a16:creationId xmlns:a16="http://schemas.microsoft.com/office/drawing/2014/main" id="{93432035-AF3B-6705-7C85-CC9320E04C29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4" name="Ellipse 203">
                    <a:extLst>
                      <a:ext uri="{FF2B5EF4-FFF2-40B4-BE49-F238E27FC236}">
                        <a16:creationId xmlns:a16="http://schemas.microsoft.com/office/drawing/2014/main" id="{1C550862-B3F7-BE4A-21C0-EBB23D220B01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5" name="Ellipse 204">
                    <a:extLst>
                      <a:ext uri="{FF2B5EF4-FFF2-40B4-BE49-F238E27FC236}">
                        <a16:creationId xmlns:a16="http://schemas.microsoft.com/office/drawing/2014/main" id="{D64BD63C-EC6C-C21C-2D81-EF76FD158394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6" name="Ellipse 205">
                    <a:extLst>
                      <a:ext uri="{FF2B5EF4-FFF2-40B4-BE49-F238E27FC236}">
                        <a16:creationId xmlns:a16="http://schemas.microsoft.com/office/drawing/2014/main" id="{F9F3A8FD-29C4-DD3E-C7F4-AA087768AF35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7" name="Ellipse 206">
                    <a:extLst>
                      <a:ext uri="{FF2B5EF4-FFF2-40B4-BE49-F238E27FC236}">
                        <a16:creationId xmlns:a16="http://schemas.microsoft.com/office/drawing/2014/main" id="{B0FA0804-59C0-8C75-855D-A6C4F3CEA187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82" name="Groupe 181">
                  <a:extLst>
                    <a:ext uri="{FF2B5EF4-FFF2-40B4-BE49-F238E27FC236}">
                      <a16:creationId xmlns:a16="http://schemas.microsoft.com/office/drawing/2014/main" id="{FFBE54EA-54A7-D0B6-FF2D-96C3334260C8}"/>
                    </a:ext>
                  </a:extLst>
                </p:cNvPr>
                <p:cNvGrpSpPr/>
                <p:nvPr/>
              </p:nvGrpSpPr>
              <p:grpSpPr>
                <a:xfrm>
                  <a:off x="5791729" y="28273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105E13C4-E34C-5BCB-6E5B-7F1FC360A6DE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3" name="Ellipse 192">
                    <a:extLst>
                      <a:ext uri="{FF2B5EF4-FFF2-40B4-BE49-F238E27FC236}">
                        <a16:creationId xmlns:a16="http://schemas.microsoft.com/office/drawing/2014/main" id="{4497BABE-F8E0-ACD4-5835-829DEB985F66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4" name="Ellipse 193">
                    <a:extLst>
                      <a:ext uri="{FF2B5EF4-FFF2-40B4-BE49-F238E27FC236}">
                        <a16:creationId xmlns:a16="http://schemas.microsoft.com/office/drawing/2014/main" id="{6ACEF52F-432C-6D38-7AB1-C8B3F1612895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5" name="Ellipse 194">
                    <a:extLst>
                      <a:ext uri="{FF2B5EF4-FFF2-40B4-BE49-F238E27FC236}">
                        <a16:creationId xmlns:a16="http://schemas.microsoft.com/office/drawing/2014/main" id="{3FE349CB-F81A-E90C-DA5B-2AE0189FCCE6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6" name="Ellipse 195">
                    <a:extLst>
                      <a:ext uri="{FF2B5EF4-FFF2-40B4-BE49-F238E27FC236}">
                        <a16:creationId xmlns:a16="http://schemas.microsoft.com/office/drawing/2014/main" id="{7754584C-FFD1-E2DB-1F25-69B7A92ACCC7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7" name="Ellipse 196">
                    <a:extLst>
                      <a:ext uri="{FF2B5EF4-FFF2-40B4-BE49-F238E27FC236}">
                        <a16:creationId xmlns:a16="http://schemas.microsoft.com/office/drawing/2014/main" id="{5AC5D1C4-C590-3990-FFC1-67EFE6F7057F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8" name="Ellipse 197">
                    <a:extLst>
                      <a:ext uri="{FF2B5EF4-FFF2-40B4-BE49-F238E27FC236}">
                        <a16:creationId xmlns:a16="http://schemas.microsoft.com/office/drawing/2014/main" id="{454AF4DE-CF26-4148-C1D2-2D0F8D98FE47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9" name="Ellipse 198">
                    <a:extLst>
                      <a:ext uri="{FF2B5EF4-FFF2-40B4-BE49-F238E27FC236}">
                        <a16:creationId xmlns:a16="http://schemas.microsoft.com/office/drawing/2014/main" id="{F6021DED-3976-B12C-D6BA-CE8C3FA3C1D5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83" name="Groupe 182">
                  <a:extLst>
                    <a:ext uri="{FF2B5EF4-FFF2-40B4-BE49-F238E27FC236}">
                      <a16:creationId xmlns:a16="http://schemas.microsoft.com/office/drawing/2014/main" id="{09E112F2-32EB-C423-6126-466B53BB1461}"/>
                    </a:ext>
                  </a:extLst>
                </p:cNvPr>
                <p:cNvGrpSpPr/>
                <p:nvPr/>
              </p:nvGrpSpPr>
              <p:grpSpPr>
                <a:xfrm>
                  <a:off x="5944129" y="29797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84" name="Rectangle 183">
                    <a:extLst>
                      <a:ext uri="{FF2B5EF4-FFF2-40B4-BE49-F238E27FC236}">
                        <a16:creationId xmlns:a16="http://schemas.microsoft.com/office/drawing/2014/main" id="{0029A0F6-15E1-13C7-06F4-6C3DDCF080DC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85" name="Ellipse 184">
                    <a:extLst>
                      <a:ext uri="{FF2B5EF4-FFF2-40B4-BE49-F238E27FC236}">
                        <a16:creationId xmlns:a16="http://schemas.microsoft.com/office/drawing/2014/main" id="{CEB56B44-A064-6794-1BCD-ECEA8A407B9F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86" name="Ellipse 185">
                    <a:extLst>
                      <a:ext uri="{FF2B5EF4-FFF2-40B4-BE49-F238E27FC236}">
                        <a16:creationId xmlns:a16="http://schemas.microsoft.com/office/drawing/2014/main" id="{1D7690A5-E752-35CE-1D53-A634E8F34E1D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87" name="Ellipse 186">
                    <a:extLst>
                      <a:ext uri="{FF2B5EF4-FFF2-40B4-BE49-F238E27FC236}">
                        <a16:creationId xmlns:a16="http://schemas.microsoft.com/office/drawing/2014/main" id="{64E2EF38-CE3B-1FCD-75E3-1D8C485FD7E6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88" name="Ellipse 187">
                    <a:extLst>
                      <a:ext uri="{FF2B5EF4-FFF2-40B4-BE49-F238E27FC236}">
                        <a16:creationId xmlns:a16="http://schemas.microsoft.com/office/drawing/2014/main" id="{FB476DA3-3CC4-4949-F925-A7748F073B69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89" name="Ellipse 188">
                    <a:extLst>
                      <a:ext uri="{FF2B5EF4-FFF2-40B4-BE49-F238E27FC236}">
                        <a16:creationId xmlns:a16="http://schemas.microsoft.com/office/drawing/2014/main" id="{70AD55F7-54C2-73A9-51AB-06514EF78C13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0" name="Ellipse 189">
                    <a:extLst>
                      <a:ext uri="{FF2B5EF4-FFF2-40B4-BE49-F238E27FC236}">
                        <a16:creationId xmlns:a16="http://schemas.microsoft.com/office/drawing/2014/main" id="{DC87F6D1-0A21-0BF9-7391-47D008186F2D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1" name="Ellipse 190">
                    <a:extLst>
                      <a:ext uri="{FF2B5EF4-FFF2-40B4-BE49-F238E27FC236}">
                        <a16:creationId xmlns:a16="http://schemas.microsoft.com/office/drawing/2014/main" id="{379B294F-0EF2-63EF-5FD0-43FEFAC72A24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</p:grpSp>
        </p:grpSp>
        <p:sp>
          <p:nvSpPr>
            <p:cNvPr id="217" name="Accolade fermante 216">
              <a:extLst>
                <a:ext uri="{FF2B5EF4-FFF2-40B4-BE49-F238E27FC236}">
                  <a16:creationId xmlns:a16="http://schemas.microsoft.com/office/drawing/2014/main" id="{08FD4BA0-096B-54D9-B706-A537ECF75FD0}"/>
                </a:ext>
              </a:extLst>
            </p:cNvPr>
            <p:cNvSpPr/>
            <p:nvPr/>
          </p:nvSpPr>
          <p:spPr>
            <a:xfrm>
              <a:off x="1382357" y="3230515"/>
              <a:ext cx="112956" cy="54007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18" name="ZoneTexte 217">
              <a:extLst>
                <a:ext uri="{FF2B5EF4-FFF2-40B4-BE49-F238E27FC236}">
                  <a16:creationId xmlns:a16="http://schemas.microsoft.com/office/drawing/2014/main" id="{B3015FB1-E6F9-9183-66E7-931EB7B0BBB0}"/>
                </a:ext>
              </a:extLst>
            </p:cNvPr>
            <p:cNvSpPr txBox="1"/>
            <p:nvPr/>
          </p:nvSpPr>
          <p:spPr>
            <a:xfrm>
              <a:off x="1460357" y="3300495"/>
              <a:ext cx="11240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i="1" noProof="0" dirty="0"/>
                <a:t>BERT Embedding</a:t>
              </a:r>
            </a:p>
            <a:p>
              <a:r>
                <a:rPr lang="en-GB" sz="1000" i="1" noProof="0" dirty="0"/>
                <a:t>Dim 768</a:t>
              </a:r>
            </a:p>
          </p:txBody>
        </p:sp>
        <p:sp>
          <p:nvSpPr>
            <p:cNvPr id="219" name="Accolade fermante 218">
              <a:extLst>
                <a:ext uri="{FF2B5EF4-FFF2-40B4-BE49-F238E27FC236}">
                  <a16:creationId xmlns:a16="http://schemas.microsoft.com/office/drawing/2014/main" id="{6EB0512E-3E5D-45AB-D82F-EED150A60797}"/>
                </a:ext>
              </a:extLst>
            </p:cNvPr>
            <p:cNvSpPr/>
            <p:nvPr/>
          </p:nvSpPr>
          <p:spPr>
            <a:xfrm rot="16200000">
              <a:off x="1143188" y="2734527"/>
              <a:ext cx="112956" cy="34198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21" name="ZoneTexte 220">
              <a:extLst>
                <a:ext uri="{FF2B5EF4-FFF2-40B4-BE49-F238E27FC236}">
                  <a16:creationId xmlns:a16="http://schemas.microsoft.com/office/drawing/2014/main" id="{33E32CBC-B686-A787-16E5-278E61AF3106}"/>
                </a:ext>
              </a:extLst>
            </p:cNvPr>
            <p:cNvSpPr txBox="1"/>
            <p:nvPr/>
          </p:nvSpPr>
          <p:spPr>
            <a:xfrm>
              <a:off x="640858" y="2624046"/>
              <a:ext cx="11176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000" i="1" noProof="0" dirty="0"/>
                <a:t>Batch of size 100</a:t>
              </a:r>
            </a:p>
          </p:txBody>
        </p:sp>
        <p:sp>
          <p:nvSpPr>
            <p:cNvPr id="222" name="Accolade fermante 221">
              <a:extLst>
                <a:ext uri="{FF2B5EF4-FFF2-40B4-BE49-F238E27FC236}">
                  <a16:creationId xmlns:a16="http://schemas.microsoft.com/office/drawing/2014/main" id="{B7FC9FCA-40A2-8A18-D746-A1352D77016D}"/>
                </a:ext>
              </a:extLst>
            </p:cNvPr>
            <p:cNvSpPr/>
            <p:nvPr/>
          </p:nvSpPr>
          <p:spPr>
            <a:xfrm flipH="1">
              <a:off x="895887" y="2978206"/>
              <a:ext cx="112956" cy="236992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25" name="Groupe 224">
            <a:extLst>
              <a:ext uri="{FF2B5EF4-FFF2-40B4-BE49-F238E27FC236}">
                <a16:creationId xmlns:a16="http://schemas.microsoft.com/office/drawing/2014/main" id="{9EFEC2EE-C56F-3518-8328-DC04F885A66B}"/>
              </a:ext>
            </a:extLst>
          </p:cNvPr>
          <p:cNvGrpSpPr/>
          <p:nvPr/>
        </p:nvGrpSpPr>
        <p:grpSpPr>
          <a:xfrm>
            <a:off x="3033231" y="3701220"/>
            <a:ext cx="569733" cy="569733"/>
            <a:chOff x="2255921" y="2881563"/>
            <a:chExt cx="385011" cy="385011"/>
          </a:xfrm>
        </p:grpSpPr>
        <p:sp>
          <p:nvSpPr>
            <p:cNvPr id="226" name="Ellipse 225">
              <a:extLst>
                <a:ext uri="{FF2B5EF4-FFF2-40B4-BE49-F238E27FC236}">
                  <a16:creationId xmlns:a16="http://schemas.microsoft.com/office/drawing/2014/main" id="{634F51DB-92B8-DAD9-7FEF-1327A4E64A67}"/>
                </a:ext>
              </a:extLst>
            </p:cNvPr>
            <p:cNvSpPr/>
            <p:nvPr/>
          </p:nvSpPr>
          <p:spPr>
            <a:xfrm>
              <a:off x="2255921" y="2881563"/>
              <a:ext cx="385011" cy="38501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27" name="Ellipse 226">
              <a:extLst>
                <a:ext uri="{FF2B5EF4-FFF2-40B4-BE49-F238E27FC236}">
                  <a16:creationId xmlns:a16="http://schemas.microsoft.com/office/drawing/2014/main" id="{3258271A-51CF-0F53-7CF4-3F5EAE5475FC}"/>
                </a:ext>
              </a:extLst>
            </p:cNvPr>
            <p:cNvSpPr/>
            <p:nvPr/>
          </p:nvSpPr>
          <p:spPr>
            <a:xfrm>
              <a:off x="2298032" y="2923674"/>
              <a:ext cx="300789" cy="300789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228" name="Connecteur droit avec flèche 227">
            <a:extLst>
              <a:ext uri="{FF2B5EF4-FFF2-40B4-BE49-F238E27FC236}">
                <a16:creationId xmlns:a16="http://schemas.microsoft.com/office/drawing/2014/main" id="{88AF84F8-9589-58A7-3C90-39A118B69A08}"/>
              </a:ext>
            </a:extLst>
          </p:cNvPr>
          <p:cNvCxnSpPr>
            <a:cxnSpLocks/>
            <a:endCxn id="226" idx="2"/>
          </p:cNvCxnSpPr>
          <p:nvPr/>
        </p:nvCxnSpPr>
        <p:spPr>
          <a:xfrm>
            <a:off x="1613622" y="3986086"/>
            <a:ext cx="1419609" cy="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ZoneTexte 235">
            <a:extLst>
              <a:ext uri="{FF2B5EF4-FFF2-40B4-BE49-F238E27FC236}">
                <a16:creationId xmlns:a16="http://schemas.microsoft.com/office/drawing/2014/main" id="{52A04F12-21C0-2E73-87D6-6DBD826483EF}"/>
              </a:ext>
            </a:extLst>
          </p:cNvPr>
          <p:cNvSpPr txBox="1"/>
          <p:nvPr/>
        </p:nvSpPr>
        <p:spPr>
          <a:xfrm>
            <a:off x="2908489" y="3401994"/>
            <a:ext cx="819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noProof="0" dirty="0"/>
              <a:t>Shuffle</a:t>
            </a:r>
            <a:endParaRPr lang="en-GB" noProof="0" dirty="0"/>
          </a:p>
        </p:txBody>
      </p:sp>
      <p:cxnSp>
        <p:nvCxnSpPr>
          <p:cNvPr id="237" name="Connecteur droit avec flèche 236">
            <a:extLst>
              <a:ext uri="{FF2B5EF4-FFF2-40B4-BE49-F238E27FC236}">
                <a16:creationId xmlns:a16="http://schemas.microsoft.com/office/drawing/2014/main" id="{7E160102-C0C8-8B55-34E9-80E9DF64AD30}"/>
              </a:ext>
            </a:extLst>
          </p:cNvPr>
          <p:cNvCxnSpPr>
            <a:cxnSpLocks/>
            <a:stCxn id="226" idx="6"/>
            <a:endCxn id="263" idx="2"/>
          </p:cNvCxnSpPr>
          <p:nvPr/>
        </p:nvCxnSpPr>
        <p:spPr>
          <a:xfrm flipV="1">
            <a:off x="3602964" y="3378372"/>
            <a:ext cx="1170858" cy="6077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avec flèche 239">
            <a:extLst>
              <a:ext uri="{FF2B5EF4-FFF2-40B4-BE49-F238E27FC236}">
                <a16:creationId xmlns:a16="http://schemas.microsoft.com/office/drawing/2014/main" id="{3DEC0923-DB14-255E-5D12-E383C9635BC9}"/>
              </a:ext>
            </a:extLst>
          </p:cNvPr>
          <p:cNvCxnSpPr>
            <a:cxnSpLocks/>
            <a:stCxn id="226" idx="6"/>
            <a:endCxn id="262" idx="2"/>
          </p:cNvCxnSpPr>
          <p:nvPr/>
        </p:nvCxnSpPr>
        <p:spPr>
          <a:xfrm flipV="1">
            <a:off x="3602964" y="3104999"/>
            <a:ext cx="1170858" cy="8810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avec flèche 242">
            <a:extLst>
              <a:ext uri="{FF2B5EF4-FFF2-40B4-BE49-F238E27FC236}">
                <a16:creationId xmlns:a16="http://schemas.microsoft.com/office/drawing/2014/main" id="{AB417230-80D8-8BB4-D6BE-76CE256AA6B9}"/>
              </a:ext>
            </a:extLst>
          </p:cNvPr>
          <p:cNvCxnSpPr>
            <a:cxnSpLocks/>
            <a:stCxn id="226" idx="6"/>
            <a:endCxn id="264" idx="2"/>
          </p:cNvCxnSpPr>
          <p:nvPr/>
        </p:nvCxnSpPr>
        <p:spPr>
          <a:xfrm flipV="1">
            <a:off x="3602964" y="3651745"/>
            <a:ext cx="1170858" cy="33434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eur droit avec flèche 245">
            <a:extLst>
              <a:ext uri="{FF2B5EF4-FFF2-40B4-BE49-F238E27FC236}">
                <a16:creationId xmlns:a16="http://schemas.microsoft.com/office/drawing/2014/main" id="{FC793213-2C63-8EA0-C820-31B299B1F30A}"/>
              </a:ext>
            </a:extLst>
          </p:cNvPr>
          <p:cNvCxnSpPr>
            <a:cxnSpLocks/>
            <a:stCxn id="226" idx="6"/>
            <a:endCxn id="268" idx="2"/>
          </p:cNvCxnSpPr>
          <p:nvPr/>
        </p:nvCxnSpPr>
        <p:spPr>
          <a:xfrm flipV="1">
            <a:off x="3602964" y="3925118"/>
            <a:ext cx="1170858" cy="6096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eur droit avec flèche 248">
            <a:extLst>
              <a:ext uri="{FF2B5EF4-FFF2-40B4-BE49-F238E27FC236}">
                <a16:creationId xmlns:a16="http://schemas.microsoft.com/office/drawing/2014/main" id="{4BF06F6C-A52A-BFAE-785A-3617CCD66B8A}"/>
              </a:ext>
            </a:extLst>
          </p:cNvPr>
          <p:cNvCxnSpPr>
            <a:cxnSpLocks/>
            <a:stCxn id="226" idx="6"/>
            <a:endCxn id="267" idx="2"/>
          </p:cNvCxnSpPr>
          <p:nvPr/>
        </p:nvCxnSpPr>
        <p:spPr>
          <a:xfrm>
            <a:off x="3602964" y="3986087"/>
            <a:ext cx="1170858" cy="21240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eur droit avec flèche 251">
            <a:extLst>
              <a:ext uri="{FF2B5EF4-FFF2-40B4-BE49-F238E27FC236}">
                <a16:creationId xmlns:a16="http://schemas.microsoft.com/office/drawing/2014/main" id="{087BBD7A-3077-8BFB-A2D3-222A518C52A1}"/>
              </a:ext>
            </a:extLst>
          </p:cNvPr>
          <p:cNvCxnSpPr>
            <a:cxnSpLocks/>
            <a:stCxn id="226" idx="6"/>
            <a:endCxn id="265" idx="2"/>
          </p:cNvCxnSpPr>
          <p:nvPr/>
        </p:nvCxnSpPr>
        <p:spPr>
          <a:xfrm>
            <a:off x="3602964" y="3986087"/>
            <a:ext cx="1170858" cy="48577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avec flèche 254">
            <a:extLst>
              <a:ext uri="{FF2B5EF4-FFF2-40B4-BE49-F238E27FC236}">
                <a16:creationId xmlns:a16="http://schemas.microsoft.com/office/drawing/2014/main" id="{F650583C-92A0-6EAC-B4B5-B7DA9058E095}"/>
              </a:ext>
            </a:extLst>
          </p:cNvPr>
          <p:cNvCxnSpPr>
            <a:cxnSpLocks/>
            <a:stCxn id="226" idx="6"/>
            <a:endCxn id="266" idx="2"/>
          </p:cNvCxnSpPr>
          <p:nvPr/>
        </p:nvCxnSpPr>
        <p:spPr>
          <a:xfrm>
            <a:off x="3602964" y="3986087"/>
            <a:ext cx="1170858" cy="75915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5" name="Groupe 474">
            <a:extLst>
              <a:ext uri="{FF2B5EF4-FFF2-40B4-BE49-F238E27FC236}">
                <a16:creationId xmlns:a16="http://schemas.microsoft.com/office/drawing/2014/main" id="{743359E2-E990-A4ED-C22A-EAA98544661B}"/>
              </a:ext>
            </a:extLst>
          </p:cNvPr>
          <p:cNvGrpSpPr/>
          <p:nvPr/>
        </p:nvGrpSpPr>
        <p:grpSpPr>
          <a:xfrm>
            <a:off x="6149872" y="3469403"/>
            <a:ext cx="341986" cy="895703"/>
            <a:chOff x="7081789" y="3470040"/>
            <a:chExt cx="341986" cy="895703"/>
          </a:xfrm>
        </p:grpSpPr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46D763A8-E70D-FAFE-58C5-0005B162849C}"/>
                </a:ext>
              </a:extLst>
            </p:cNvPr>
            <p:cNvSpPr/>
            <p:nvPr/>
          </p:nvSpPr>
          <p:spPr>
            <a:xfrm>
              <a:off x="7081789" y="3470040"/>
              <a:ext cx="341986" cy="895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21" name="Ellipse 420">
              <a:extLst>
                <a:ext uri="{FF2B5EF4-FFF2-40B4-BE49-F238E27FC236}">
                  <a16:creationId xmlns:a16="http://schemas.microsoft.com/office/drawing/2014/main" id="{BB877D61-5D75-E447-4DDA-2194ADD6D30C}"/>
                </a:ext>
              </a:extLst>
            </p:cNvPr>
            <p:cNvSpPr/>
            <p:nvPr/>
          </p:nvSpPr>
          <p:spPr>
            <a:xfrm>
              <a:off x="7150186" y="3551883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24" name="Ellipse 423">
              <a:extLst>
                <a:ext uri="{FF2B5EF4-FFF2-40B4-BE49-F238E27FC236}">
                  <a16:creationId xmlns:a16="http://schemas.microsoft.com/office/drawing/2014/main" id="{19D4C187-8BDF-C5A8-D69D-C97A1E2DADA0}"/>
                </a:ext>
              </a:extLst>
            </p:cNvPr>
            <p:cNvSpPr/>
            <p:nvPr/>
          </p:nvSpPr>
          <p:spPr>
            <a:xfrm>
              <a:off x="7150186" y="4098628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25" name="Ellipse 424">
              <a:extLst>
                <a:ext uri="{FF2B5EF4-FFF2-40B4-BE49-F238E27FC236}">
                  <a16:creationId xmlns:a16="http://schemas.microsoft.com/office/drawing/2014/main" id="{07535B58-ECC1-BB90-C44F-4B197701A45C}"/>
                </a:ext>
              </a:extLst>
            </p:cNvPr>
            <p:cNvSpPr/>
            <p:nvPr/>
          </p:nvSpPr>
          <p:spPr>
            <a:xfrm>
              <a:off x="7150186" y="3825255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476" name="Connecteur droit avec flèche 475">
            <a:extLst>
              <a:ext uri="{FF2B5EF4-FFF2-40B4-BE49-F238E27FC236}">
                <a16:creationId xmlns:a16="http://schemas.microsoft.com/office/drawing/2014/main" id="{7BA3C9C7-C650-F30F-4FF4-5FBA52352BD9}"/>
              </a:ext>
            </a:extLst>
          </p:cNvPr>
          <p:cNvCxnSpPr>
            <a:cxnSpLocks/>
            <a:stCxn id="262" idx="6"/>
            <a:endCxn id="421" idx="2"/>
          </p:cNvCxnSpPr>
          <p:nvPr/>
        </p:nvCxnSpPr>
        <p:spPr>
          <a:xfrm>
            <a:off x="4979012" y="3104999"/>
            <a:ext cx="1239257" cy="54884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eur droit avec flèche 478">
            <a:extLst>
              <a:ext uri="{FF2B5EF4-FFF2-40B4-BE49-F238E27FC236}">
                <a16:creationId xmlns:a16="http://schemas.microsoft.com/office/drawing/2014/main" id="{7C9C1432-2893-FB8B-C973-CF573052ED34}"/>
              </a:ext>
            </a:extLst>
          </p:cNvPr>
          <p:cNvCxnSpPr>
            <a:cxnSpLocks/>
            <a:stCxn id="263" idx="6"/>
            <a:endCxn id="421" idx="2"/>
          </p:cNvCxnSpPr>
          <p:nvPr/>
        </p:nvCxnSpPr>
        <p:spPr>
          <a:xfrm>
            <a:off x="4979012" y="3378372"/>
            <a:ext cx="1239257" cy="27546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eur droit avec flèche 481">
            <a:extLst>
              <a:ext uri="{FF2B5EF4-FFF2-40B4-BE49-F238E27FC236}">
                <a16:creationId xmlns:a16="http://schemas.microsoft.com/office/drawing/2014/main" id="{62105321-18F1-4F1B-1C2A-E9501DD31A3D}"/>
              </a:ext>
            </a:extLst>
          </p:cNvPr>
          <p:cNvCxnSpPr>
            <a:cxnSpLocks/>
            <a:stCxn id="264" idx="6"/>
            <a:endCxn id="421" idx="2"/>
          </p:cNvCxnSpPr>
          <p:nvPr/>
        </p:nvCxnSpPr>
        <p:spPr>
          <a:xfrm>
            <a:off x="4979012" y="3651745"/>
            <a:ext cx="1239257" cy="209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eur droit avec flèche 484">
            <a:extLst>
              <a:ext uri="{FF2B5EF4-FFF2-40B4-BE49-F238E27FC236}">
                <a16:creationId xmlns:a16="http://schemas.microsoft.com/office/drawing/2014/main" id="{E53FC7B8-D5AD-CDB5-51A5-579A9CED5417}"/>
              </a:ext>
            </a:extLst>
          </p:cNvPr>
          <p:cNvCxnSpPr>
            <a:cxnSpLocks/>
            <a:stCxn id="268" idx="6"/>
            <a:endCxn id="421" idx="2"/>
          </p:cNvCxnSpPr>
          <p:nvPr/>
        </p:nvCxnSpPr>
        <p:spPr>
          <a:xfrm flipV="1">
            <a:off x="4979012" y="3653841"/>
            <a:ext cx="1239257" cy="2712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eur droit avec flèche 487">
            <a:extLst>
              <a:ext uri="{FF2B5EF4-FFF2-40B4-BE49-F238E27FC236}">
                <a16:creationId xmlns:a16="http://schemas.microsoft.com/office/drawing/2014/main" id="{DD59A4A7-2AF3-A762-8CE9-A7D2A14B0AC2}"/>
              </a:ext>
            </a:extLst>
          </p:cNvPr>
          <p:cNvCxnSpPr>
            <a:cxnSpLocks/>
            <a:stCxn id="267" idx="6"/>
            <a:endCxn id="421" idx="2"/>
          </p:cNvCxnSpPr>
          <p:nvPr/>
        </p:nvCxnSpPr>
        <p:spPr>
          <a:xfrm flipV="1">
            <a:off x="4979012" y="3653841"/>
            <a:ext cx="1239257" cy="54464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eur droit avec flèche 490">
            <a:extLst>
              <a:ext uri="{FF2B5EF4-FFF2-40B4-BE49-F238E27FC236}">
                <a16:creationId xmlns:a16="http://schemas.microsoft.com/office/drawing/2014/main" id="{E8D01C8A-804C-CB6E-0130-022591EC175E}"/>
              </a:ext>
            </a:extLst>
          </p:cNvPr>
          <p:cNvCxnSpPr>
            <a:cxnSpLocks/>
            <a:stCxn id="265" idx="6"/>
            <a:endCxn id="421" idx="2"/>
          </p:cNvCxnSpPr>
          <p:nvPr/>
        </p:nvCxnSpPr>
        <p:spPr>
          <a:xfrm flipV="1">
            <a:off x="4979012" y="3653841"/>
            <a:ext cx="1239257" cy="81802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eur droit avec flèche 493">
            <a:extLst>
              <a:ext uri="{FF2B5EF4-FFF2-40B4-BE49-F238E27FC236}">
                <a16:creationId xmlns:a16="http://schemas.microsoft.com/office/drawing/2014/main" id="{A421A7CD-EC24-CE22-8B09-83190AB43A71}"/>
              </a:ext>
            </a:extLst>
          </p:cNvPr>
          <p:cNvCxnSpPr>
            <a:cxnSpLocks/>
            <a:stCxn id="266" idx="6"/>
            <a:endCxn id="421" idx="2"/>
          </p:cNvCxnSpPr>
          <p:nvPr/>
        </p:nvCxnSpPr>
        <p:spPr>
          <a:xfrm flipV="1">
            <a:off x="4979012" y="3653841"/>
            <a:ext cx="1239257" cy="109139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eur droit avec flèche 496">
            <a:extLst>
              <a:ext uri="{FF2B5EF4-FFF2-40B4-BE49-F238E27FC236}">
                <a16:creationId xmlns:a16="http://schemas.microsoft.com/office/drawing/2014/main" id="{2B1F41CB-855C-CB6D-D9FF-6D275ED2822E}"/>
              </a:ext>
            </a:extLst>
          </p:cNvPr>
          <p:cNvCxnSpPr>
            <a:cxnSpLocks/>
            <a:stCxn id="262" idx="6"/>
            <a:endCxn id="425" idx="2"/>
          </p:cNvCxnSpPr>
          <p:nvPr/>
        </p:nvCxnSpPr>
        <p:spPr>
          <a:xfrm>
            <a:off x="4979012" y="3104999"/>
            <a:ext cx="1239257" cy="82221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eur droit avec flèche 499">
            <a:extLst>
              <a:ext uri="{FF2B5EF4-FFF2-40B4-BE49-F238E27FC236}">
                <a16:creationId xmlns:a16="http://schemas.microsoft.com/office/drawing/2014/main" id="{0173F916-2DC3-AC32-8276-6BF38E080A2B}"/>
              </a:ext>
            </a:extLst>
          </p:cNvPr>
          <p:cNvCxnSpPr>
            <a:cxnSpLocks/>
            <a:stCxn id="263" idx="6"/>
            <a:endCxn id="425" idx="2"/>
          </p:cNvCxnSpPr>
          <p:nvPr/>
        </p:nvCxnSpPr>
        <p:spPr>
          <a:xfrm>
            <a:off x="4979012" y="3378372"/>
            <a:ext cx="1239257" cy="54884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eur droit avec flèche 503">
            <a:extLst>
              <a:ext uri="{FF2B5EF4-FFF2-40B4-BE49-F238E27FC236}">
                <a16:creationId xmlns:a16="http://schemas.microsoft.com/office/drawing/2014/main" id="{B27F4B5E-E77A-C08A-6E67-EAF8A0099A61}"/>
              </a:ext>
            </a:extLst>
          </p:cNvPr>
          <p:cNvCxnSpPr>
            <a:cxnSpLocks/>
            <a:stCxn id="264" idx="6"/>
            <a:endCxn id="425" idx="2"/>
          </p:cNvCxnSpPr>
          <p:nvPr/>
        </p:nvCxnSpPr>
        <p:spPr>
          <a:xfrm>
            <a:off x="4979012" y="3651745"/>
            <a:ext cx="1239257" cy="27546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eur droit avec flèche 506">
            <a:extLst>
              <a:ext uri="{FF2B5EF4-FFF2-40B4-BE49-F238E27FC236}">
                <a16:creationId xmlns:a16="http://schemas.microsoft.com/office/drawing/2014/main" id="{6A542F6F-2DEB-48E9-3438-4251F4FEF2A5}"/>
              </a:ext>
            </a:extLst>
          </p:cNvPr>
          <p:cNvCxnSpPr>
            <a:cxnSpLocks/>
            <a:stCxn id="268" idx="6"/>
            <a:endCxn id="425" idx="2"/>
          </p:cNvCxnSpPr>
          <p:nvPr/>
        </p:nvCxnSpPr>
        <p:spPr>
          <a:xfrm>
            <a:off x="4979012" y="3925118"/>
            <a:ext cx="1239257" cy="209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eur droit avec flèche 509">
            <a:extLst>
              <a:ext uri="{FF2B5EF4-FFF2-40B4-BE49-F238E27FC236}">
                <a16:creationId xmlns:a16="http://schemas.microsoft.com/office/drawing/2014/main" id="{D7E78C8E-2615-11E7-5EA4-C130EE497622}"/>
              </a:ext>
            </a:extLst>
          </p:cNvPr>
          <p:cNvCxnSpPr>
            <a:cxnSpLocks/>
            <a:stCxn id="267" idx="6"/>
            <a:endCxn id="425" idx="2"/>
          </p:cNvCxnSpPr>
          <p:nvPr/>
        </p:nvCxnSpPr>
        <p:spPr>
          <a:xfrm flipV="1">
            <a:off x="4979012" y="3927213"/>
            <a:ext cx="1239257" cy="2712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eur droit avec flèche 512">
            <a:extLst>
              <a:ext uri="{FF2B5EF4-FFF2-40B4-BE49-F238E27FC236}">
                <a16:creationId xmlns:a16="http://schemas.microsoft.com/office/drawing/2014/main" id="{560BF126-38AC-B1BE-B487-4993E369243B}"/>
              </a:ext>
            </a:extLst>
          </p:cNvPr>
          <p:cNvCxnSpPr>
            <a:cxnSpLocks/>
            <a:stCxn id="265" idx="6"/>
            <a:endCxn id="425" idx="2"/>
          </p:cNvCxnSpPr>
          <p:nvPr/>
        </p:nvCxnSpPr>
        <p:spPr>
          <a:xfrm flipV="1">
            <a:off x="4979012" y="3927213"/>
            <a:ext cx="1239257" cy="54465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eur droit avec flèche 515">
            <a:extLst>
              <a:ext uri="{FF2B5EF4-FFF2-40B4-BE49-F238E27FC236}">
                <a16:creationId xmlns:a16="http://schemas.microsoft.com/office/drawing/2014/main" id="{69AAAC5C-AC49-0598-1038-B7817CA51AD3}"/>
              </a:ext>
            </a:extLst>
          </p:cNvPr>
          <p:cNvCxnSpPr>
            <a:cxnSpLocks/>
            <a:stCxn id="266" idx="6"/>
            <a:endCxn id="425" idx="2"/>
          </p:cNvCxnSpPr>
          <p:nvPr/>
        </p:nvCxnSpPr>
        <p:spPr>
          <a:xfrm flipV="1">
            <a:off x="4979012" y="3927213"/>
            <a:ext cx="1239257" cy="8180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eur droit avec flèche 518">
            <a:extLst>
              <a:ext uri="{FF2B5EF4-FFF2-40B4-BE49-F238E27FC236}">
                <a16:creationId xmlns:a16="http://schemas.microsoft.com/office/drawing/2014/main" id="{475CDB00-C40A-31BD-982C-2BB73B7FBA55}"/>
              </a:ext>
            </a:extLst>
          </p:cNvPr>
          <p:cNvCxnSpPr>
            <a:cxnSpLocks/>
            <a:stCxn id="262" idx="6"/>
            <a:endCxn id="424" idx="2"/>
          </p:cNvCxnSpPr>
          <p:nvPr/>
        </p:nvCxnSpPr>
        <p:spPr>
          <a:xfrm>
            <a:off x="4979012" y="3104999"/>
            <a:ext cx="1239257" cy="109558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eur droit avec flèche 521">
            <a:extLst>
              <a:ext uri="{FF2B5EF4-FFF2-40B4-BE49-F238E27FC236}">
                <a16:creationId xmlns:a16="http://schemas.microsoft.com/office/drawing/2014/main" id="{640A5D6E-38A2-CCC4-B3A7-360592DBB0B4}"/>
              </a:ext>
            </a:extLst>
          </p:cNvPr>
          <p:cNvCxnSpPr>
            <a:cxnSpLocks/>
            <a:stCxn id="263" idx="6"/>
            <a:endCxn id="424" idx="2"/>
          </p:cNvCxnSpPr>
          <p:nvPr/>
        </p:nvCxnSpPr>
        <p:spPr>
          <a:xfrm>
            <a:off x="4979012" y="3378372"/>
            <a:ext cx="1239257" cy="82221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eur droit avec flèche 524">
            <a:extLst>
              <a:ext uri="{FF2B5EF4-FFF2-40B4-BE49-F238E27FC236}">
                <a16:creationId xmlns:a16="http://schemas.microsoft.com/office/drawing/2014/main" id="{A73ED690-2E94-FF3F-CC6E-81A83EFD4B23}"/>
              </a:ext>
            </a:extLst>
          </p:cNvPr>
          <p:cNvCxnSpPr>
            <a:cxnSpLocks/>
            <a:stCxn id="264" idx="6"/>
            <a:endCxn id="424" idx="2"/>
          </p:cNvCxnSpPr>
          <p:nvPr/>
        </p:nvCxnSpPr>
        <p:spPr>
          <a:xfrm>
            <a:off x="4979012" y="3651745"/>
            <a:ext cx="1239257" cy="54884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eur droit avec flèche 527">
            <a:extLst>
              <a:ext uri="{FF2B5EF4-FFF2-40B4-BE49-F238E27FC236}">
                <a16:creationId xmlns:a16="http://schemas.microsoft.com/office/drawing/2014/main" id="{A0E62A40-E11E-B9C5-D453-BBE289483BDA}"/>
              </a:ext>
            </a:extLst>
          </p:cNvPr>
          <p:cNvCxnSpPr>
            <a:cxnSpLocks/>
            <a:stCxn id="268" idx="6"/>
            <a:endCxn id="424" idx="2"/>
          </p:cNvCxnSpPr>
          <p:nvPr/>
        </p:nvCxnSpPr>
        <p:spPr>
          <a:xfrm>
            <a:off x="4979012" y="3925118"/>
            <a:ext cx="1239257" cy="27546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eur droit avec flèche 530">
            <a:extLst>
              <a:ext uri="{FF2B5EF4-FFF2-40B4-BE49-F238E27FC236}">
                <a16:creationId xmlns:a16="http://schemas.microsoft.com/office/drawing/2014/main" id="{A6404E0E-36AE-7F47-CAAC-01B61891B926}"/>
              </a:ext>
            </a:extLst>
          </p:cNvPr>
          <p:cNvCxnSpPr>
            <a:cxnSpLocks/>
            <a:stCxn id="267" idx="6"/>
            <a:endCxn id="424" idx="2"/>
          </p:cNvCxnSpPr>
          <p:nvPr/>
        </p:nvCxnSpPr>
        <p:spPr>
          <a:xfrm>
            <a:off x="4979012" y="4198490"/>
            <a:ext cx="1239257" cy="209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eur droit avec flèche 533">
            <a:extLst>
              <a:ext uri="{FF2B5EF4-FFF2-40B4-BE49-F238E27FC236}">
                <a16:creationId xmlns:a16="http://schemas.microsoft.com/office/drawing/2014/main" id="{83C93F8E-D985-846D-44FD-98FD59545EDD}"/>
              </a:ext>
            </a:extLst>
          </p:cNvPr>
          <p:cNvCxnSpPr>
            <a:cxnSpLocks/>
            <a:stCxn id="265" idx="6"/>
            <a:endCxn id="424" idx="2"/>
          </p:cNvCxnSpPr>
          <p:nvPr/>
        </p:nvCxnSpPr>
        <p:spPr>
          <a:xfrm flipV="1">
            <a:off x="4979012" y="4200586"/>
            <a:ext cx="1239257" cy="2712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eur droit avec flèche 536">
            <a:extLst>
              <a:ext uri="{FF2B5EF4-FFF2-40B4-BE49-F238E27FC236}">
                <a16:creationId xmlns:a16="http://schemas.microsoft.com/office/drawing/2014/main" id="{71D65194-F599-E891-B6D2-A0312B95DB26}"/>
              </a:ext>
            </a:extLst>
          </p:cNvPr>
          <p:cNvCxnSpPr>
            <a:cxnSpLocks/>
            <a:stCxn id="266" idx="6"/>
            <a:endCxn id="424" idx="2"/>
          </p:cNvCxnSpPr>
          <p:nvPr/>
        </p:nvCxnSpPr>
        <p:spPr>
          <a:xfrm flipV="1">
            <a:off x="4979012" y="4200586"/>
            <a:ext cx="1239257" cy="54465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0" name="Groupe 539">
            <a:extLst>
              <a:ext uri="{FF2B5EF4-FFF2-40B4-BE49-F238E27FC236}">
                <a16:creationId xmlns:a16="http://schemas.microsoft.com/office/drawing/2014/main" id="{6D3F9FFC-2574-D962-4BC2-0A84DFC18A87}"/>
              </a:ext>
            </a:extLst>
          </p:cNvPr>
          <p:cNvGrpSpPr/>
          <p:nvPr/>
        </p:nvGrpSpPr>
        <p:grpSpPr>
          <a:xfrm>
            <a:off x="7594319" y="3469403"/>
            <a:ext cx="341986" cy="895703"/>
            <a:chOff x="7081789" y="3470040"/>
            <a:chExt cx="341986" cy="895703"/>
          </a:xfrm>
        </p:grpSpPr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6CBC88B4-4870-2263-9DAB-0205FCC834D7}"/>
                </a:ext>
              </a:extLst>
            </p:cNvPr>
            <p:cNvSpPr/>
            <p:nvPr/>
          </p:nvSpPr>
          <p:spPr>
            <a:xfrm>
              <a:off x="7081789" y="3470040"/>
              <a:ext cx="341986" cy="895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42" name="Ellipse 541">
              <a:extLst>
                <a:ext uri="{FF2B5EF4-FFF2-40B4-BE49-F238E27FC236}">
                  <a16:creationId xmlns:a16="http://schemas.microsoft.com/office/drawing/2014/main" id="{EC51C99F-89AE-F9F3-4986-B745FF576AA7}"/>
                </a:ext>
              </a:extLst>
            </p:cNvPr>
            <p:cNvSpPr/>
            <p:nvPr/>
          </p:nvSpPr>
          <p:spPr>
            <a:xfrm>
              <a:off x="7150186" y="3551883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43" name="Ellipse 542">
              <a:extLst>
                <a:ext uri="{FF2B5EF4-FFF2-40B4-BE49-F238E27FC236}">
                  <a16:creationId xmlns:a16="http://schemas.microsoft.com/office/drawing/2014/main" id="{FF2E3F0F-BB56-22B7-7D23-210A8E884BEA}"/>
                </a:ext>
              </a:extLst>
            </p:cNvPr>
            <p:cNvSpPr/>
            <p:nvPr/>
          </p:nvSpPr>
          <p:spPr>
            <a:xfrm>
              <a:off x="7150186" y="4098628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44" name="Ellipse 543">
              <a:extLst>
                <a:ext uri="{FF2B5EF4-FFF2-40B4-BE49-F238E27FC236}">
                  <a16:creationId xmlns:a16="http://schemas.microsoft.com/office/drawing/2014/main" id="{71D96F26-D09D-3834-7C8B-9B42D555F978}"/>
                </a:ext>
              </a:extLst>
            </p:cNvPr>
            <p:cNvSpPr/>
            <p:nvPr/>
          </p:nvSpPr>
          <p:spPr>
            <a:xfrm>
              <a:off x="7150186" y="3825255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545" name="Connecteur droit avec flèche 544">
            <a:extLst>
              <a:ext uri="{FF2B5EF4-FFF2-40B4-BE49-F238E27FC236}">
                <a16:creationId xmlns:a16="http://schemas.microsoft.com/office/drawing/2014/main" id="{17A632AA-3515-C7D2-C2A8-CBE4DC11F7E7}"/>
              </a:ext>
            </a:extLst>
          </p:cNvPr>
          <p:cNvCxnSpPr>
            <a:cxnSpLocks/>
            <a:stCxn id="542" idx="2"/>
            <a:endCxn id="421" idx="6"/>
          </p:cNvCxnSpPr>
          <p:nvPr/>
        </p:nvCxnSpPr>
        <p:spPr>
          <a:xfrm flipH="1">
            <a:off x="6423459" y="3653841"/>
            <a:ext cx="123925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eur droit avec flèche 547">
            <a:extLst>
              <a:ext uri="{FF2B5EF4-FFF2-40B4-BE49-F238E27FC236}">
                <a16:creationId xmlns:a16="http://schemas.microsoft.com/office/drawing/2014/main" id="{9956AB2F-3193-7C79-31FD-1B52BD701DBB}"/>
              </a:ext>
            </a:extLst>
          </p:cNvPr>
          <p:cNvCxnSpPr>
            <a:cxnSpLocks/>
            <a:stCxn id="544" idx="2"/>
            <a:endCxn id="425" idx="6"/>
          </p:cNvCxnSpPr>
          <p:nvPr/>
        </p:nvCxnSpPr>
        <p:spPr>
          <a:xfrm flipH="1">
            <a:off x="6423459" y="3927213"/>
            <a:ext cx="123925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eur droit avec flèche 550">
            <a:extLst>
              <a:ext uri="{FF2B5EF4-FFF2-40B4-BE49-F238E27FC236}">
                <a16:creationId xmlns:a16="http://schemas.microsoft.com/office/drawing/2014/main" id="{F8D7C87F-9E4B-445F-0C9A-38D5A2154521}"/>
              </a:ext>
            </a:extLst>
          </p:cNvPr>
          <p:cNvCxnSpPr>
            <a:cxnSpLocks/>
            <a:stCxn id="543" idx="2"/>
            <a:endCxn id="424" idx="6"/>
          </p:cNvCxnSpPr>
          <p:nvPr/>
        </p:nvCxnSpPr>
        <p:spPr>
          <a:xfrm flipH="1">
            <a:off x="6423459" y="4200586"/>
            <a:ext cx="123925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eur droit avec flèche 553">
            <a:extLst>
              <a:ext uri="{FF2B5EF4-FFF2-40B4-BE49-F238E27FC236}">
                <a16:creationId xmlns:a16="http://schemas.microsoft.com/office/drawing/2014/main" id="{8132CD31-C3D4-B8FF-6A0F-0C9A9E20875B}"/>
              </a:ext>
            </a:extLst>
          </p:cNvPr>
          <p:cNvCxnSpPr>
            <a:cxnSpLocks/>
            <a:stCxn id="544" idx="2"/>
            <a:endCxn id="424" idx="6"/>
          </p:cNvCxnSpPr>
          <p:nvPr/>
        </p:nvCxnSpPr>
        <p:spPr>
          <a:xfrm flipH="1">
            <a:off x="6423459" y="3927213"/>
            <a:ext cx="1239257" cy="27337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eur droit avec flèche 556">
            <a:extLst>
              <a:ext uri="{FF2B5EF4-FFF2-40B4-BE49-F238E27FC236}">
                <a16:creationId xmlns:a16="http://schemas.microsoft.com/office/drawing/2014/main" id="{F61F8CFF-E796-23B7-D470-E32887AB92CB}"/>
              </a:ext>
            </a:extLst>
          </p:cNvPr>
          <p:cNvCxnSpPr>
            <a:cxnSpLocks/>
            <a:stCxn id="542" idx="2"/>
            <a:endCxn id="424" idx="6"/>
          </p:cNvCxnSpPr>
          <p:nvPr/>
        </p:nvCxnSpPr>
        <p:spPr>
          <a:xfrm flipH="1">
            <a:off x="6423459" y="3653841"/>
            <a:ext cx="1239257" cy="54674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eur droit avec flèche 559">
            <a:extLst>
              <a:ext uri="{FF2B5EF4-FFF2-40B4-BE49-F238E27FC236}">
                <a16:creationId xmlns:a16="http://schemas.microsoft.com/office/drawing/2014/main" id="{6927F3EA-58E1-09C9-9EDB-260D9BD7F412}"/>
              </a:ext>
            </a:extLst>
          </p:cNvPr>
          <p:cNvCxnSpPr>
            <a:cxnSpLocks/>
            <a:stCxn id="543" idx="2"/>
            <a:endCxn id="425" idx="6"/>
          </p:cNvCxnSpPr>
          <p:nvPr/>
        </p:nvCxnSpPr>
        <p:spPr>
          <a:xfrm flipH="1" flipV="1">
            <a:off x="6423459" y="3927213"/>
            <a:ext cx="1239257" cy="27337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eur droit avec flèche 562">
            <a:extLst>
              <a:ext uri="{FF2B5EF4-FFF2-40B4-BE49-F238E27FC236}">
                <a16:creationId xmlns:a16="http://schemas.microsoft.com/office/drawing/2014/main" id="{C8CA59A9-4758-355C-13A6-C19B9F8FC0A3}"/>
              </a:ext>
            </a:extLst>
          </p:cNvPr>
          <p:cNvCxnSpPr>
            <a:cxnSpLocks/>
            <a:stCxn id="542" idx="2"/>
            <a:endCxn id="425" idx="6"/>
          </p:cNvCxnSpPr>
          <p:nvPr/>
        </p:nvCxnSpPr>
        <p:spPr>
          <a:xfrm flipH="1">
            <a:off x="6423459" y="3653841"/>
            <a:ext cx="1239257" cy="27337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ZoneTexte 578">
            <a:extLst>
              <a:ext uri="{FF2B5EF4-FFF2-40B4-BE49-F238E27FC236}">
                <a16:creationId xmlns:a16="http://schemas.microsoft.com/office/drawing/2014/main" id="{B0A8ED75-38A6-9CD0-77A9-FD9E94523E06}"/>
              </a:ext>
            </a:extLst>
          </p:cNvPr>
          <p:cNvSpPr txBox="1"/>
          <p:nvPr/>
        </p:nvSpPr>
        <p:spPr>
          <a:xfrm>
            <a:off x="10408323" y="4823654"/>
            <a:ext cx="173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Criterion</a:t>
            </a:r>
            <a:br>
              <a:rPr lang="en-GB" sz="1200" i="1" noProof="0" dirty="0"/>
            </a:br>
            <a:r>
              <a:rPr lang="en-GB" sz="1200" i="1" noProof="0" dirty="0"/>
              <a:t>BCE with logit loss</a:t>
            </a:r>
          </a:p>
        </p:txBody>
      </p:sp>
      <p:sp>
        <p:nvSpPr>
          <p:cNvPr id="580" name="ZoneTexte 579">
            <a:extLst>
              <a:ext uri="{FF2B5EF4-FFF2-40B4-BE49-F238E27FC236}">
                <a16:creationId xmlns:a16="http://schemas.microsoft.com/office/drawing/2014/main" id="{CFE3C993-6EEF-49A6-BC61-FCF0CCB2AFA1}"/>
              </a:ext>
            </a:extLst>
          </p:cNvPr>
          <p:cNvSpPr txBox="1"/>
          <p:nvPr/>
        </p:nvSpPr>
        <p:spPr>
          <a:xfrm>
            <a:off x="10387879" y="5321757"/>
            <a:ext cx="173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Optimizer</a:t>
            </a:r>
            <a:br>
              <a:rPr lang="en-GB" sz="1200" i="1" noProof="0" dirty="0"/>
            </a:br>
            <a:r>
              <a:rPr lang="en-GB" sz="1200" i="1" noProof="0" dirty="0"/>
              <a:t>Adam</a:t>
            </a:r>
          </a:p>
        </p:txBody>
      </p:sp>
      <p:cxnSp>
        <p:nvCxnSpPr>
          <p:cNvPr id="581" name="Connecteur droit avec flèche 580">
            <a:extLst>
              <a:ext uri="{FF2B5EF4-FFF2-40B4-BE49-F238E27FC236}">
                <a16:creationId xmlns:a16="http://schemas.microsoft.com/office/drawing/2014/main" id="{36EF37CC-902A-4AD9-3456-363E2F2C24AB}"/>
              </a:ext>
            </a:extLst>
          </p:cNvPr>
          <p:cNvCxnSpPr>
            <a:cxnSpLocks/>
            <a:stCxn id="544" idx="2"/>
            <a:endCxn id="421" idx="6"/>
          </p:cNvCxnSpPr>
          <p:nvPr/>
        </p:nvCxnSpPr>
        <p:spPr>
          <a:xfrm flipH="1" flipV="1">
            <a:off x="6423459" y="3653841"/>
            <a:ext cx="1239257" cy="27337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eur droit avec flèche 583">
            <a:extLst>
              <a:ext uri="{FF2B5EF4-FFF2-40B4-BE49-F238E27FC236}">
                <a16:creationId xmlns:a16="http://schemas.microsoft.com/office/drawing/2014/main" id="{E350BCB4-326E-43AC-17FB-E5D50147FFF1}"/>
              </a:ext>
            </a:extLst>
          </p:cNvPr>
          <p:cNvCxnSpPr>
            <a:cxnSpLocks/>
            <a:stCxn id="543" idx="2"/>
            <a:endCxn id="421" idx="6"/>
          </p:cNvCxnSpPr>
          <p:nvPr/>
        </p:nvCxnSpPr>
        <p:spPr>
          <a:xfrm flipH="1" flipV="1">
            <a:off x="6423459" y="3653841"/>
            <a:ext cx="1239257" cy="54674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ZoneTexte 595">
            <a:extLst>
              <a:ext uri="{FF2B5EF4-FFF2-40B4-BE49-F238E27FC236}">
                <a16:creationId xmlns:a16="http://schemas.microsoft.com/office/drawing/2014/main" id="{483C70A9-5C6D-279A-0D32-07EBDE2DD08F}"/>
              </a:ext>
            </a:extLst>
          </p:cNvPr>
          <p:cNvSpPr txBox="1"/>
          <p:nvPr/>
        </p:nvSpPr>
        <p:spPr>
          <a:xfrm rot="20102539">
            <a:off x="5051013" y="4478672"/>
            <a:ext cx="1199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i="1" noProof="0" dirty="0"/>
              <a:t>Dense 512x27</a:t>
            </a:r>
          </a:p>
        </p:txBody>
      </p:sp>
      <p:grpSp>
        <p:nvGrpSpPr>
          <p:cNvPr id="608" name="Groupe 607">
            <a:extLst>
              <a:ext uri="{FF2B5EF4-FFF2-40B4-BE49-F238E27FC236}">
                <a16:creationId xmlns:a16="http://schemas.microsoft.com/office/drawing/2014/main" id="{3434418B-9696-08DA-B619-2F32FB53AB17}"/>
              </a:ext>
            </a:extLst>
          </p:cNvPr>
          <p:cNvGrpSpPr/>
          <p:nvPr/>
        </p:nvGrpSpPr>
        <p:grpSpPr>
          <a:xfrm>
            <a:off x="7594318" y="4470584"/>
            <a:ext cx="341986" cy="895703"/>
            <a:chOff x="7081789" y="3470040"/>
            <a:chExt cx="341986" cy="895703"/>
          </a:xfrm>
        </p:grpSpPr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B9924E1C-A935-85DD-DB0F-D712E7D0D833}"/>
                </a:ext>
              </a:extLst>
            </p:cNvPr>
            <p:cNvSpPr/>
            <p:nvPr/>
          </p:nvSpPr>
          <p:spPr>
            <a:xfrm>
              <a:off x="7081789" y="3470040"/>
              <a:ext cx="341986" cy="8957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10" name="Ellipse 609">
              <a:extLst>
                <a:ext uri="{FF2B5EF4-FFF2-40B4-BE49-F238E27FC236}">
                  <a16:creationId xmlns:a16="http://schemas.microsoft.com/office/drawing/2014/main" id="{D50AF9EC-81BD-8135-7367-FF10FBA6E433}"/>
                </a:ext>
              </a:extLst>
            </p:cNvPr>
            <p:cNvSpPr/>
            <p:nvPr/>
          </p:nvSpPr>
          <p:spPr>
            <a:xfrm>
              <a:off x="7150186" y="3551883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11" name="Ellipse 610">
              <a:extLst>
                <a:ext uri="{FF2B5EF4-FFF2-40B4-BE49-F238E27FC236}">
                  <a16:creationId xmlns:a16="http://schemas.microsoft.com/office/drawing/2014/main" id="{1522D30E-E37E-DFBB-6002-0830500BBF51}"/>
                </a:ext>
              </a:extLst>
            </p:cNvPr>
            <p:cNvSpPr/>
            <p:nvPr/>
          </p:nvSpPr>
          <p:spPr>
            <a:xfrm>
              <a:off x="7150186" y="4098628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12" name="Ellipse 611">
              <a:extLst>
                <a:ext uri="{FF2B5EF4-FFF2-40B4-BE49-F238E27FC236}">
                  <a16:creationId xmlns:a16="http://schemas.microsoft.com/office/drawing/2014/main" id="{BE0E9C29-F19A-B728-9C4A-58097AA76E87}"/>
                </a:ext>
              </a:extLst>
            </p:cNvPr>
            <p:cNvSpPr/>
            <p:nvPr/>
          </p:nvSpPr>
          <p:spPr>
            <a:xfrm>
              <a:off x="7150186" y="3825255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613" name="Connecteur droit avec flèche 612">
            <a:extLst>
              <a:ext uri="{FF2B5EF4-FFF2-40B4-BE49-F238E27FC236}">
                <a16:creationId xmlns:a16="http://schemas.microsoft.com/office/drawing/2014/main" id="{0D0519A8-CDAB-0CF0-7082-B51663BA7528}"/>
              </a:ext>
            </a:extLst>
          </p:cNvPr>
          <p:cNvCxnSpPr>
            <a:cxnSpLocks/>
            <a:stCxn id="610" idx="2"/>
            <a:endCxn id="421" idx="6"/>
          </p:cNvCxnSpPr>
          <p:nvPr/>
        </p:nvCxnSpPr>
        <p:spPr>
          <a:xfrm flipH="1" flipV="1">
            <a:off x="6423459" y="3653841"/>
            <a:ext cx="1239256" cy="1001181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eur droit avec flèche 615">
            <a:extLst>
              <a:ext uri="{FF2B5EF4-FFF2-40B4-BE49-F238E27FC236}">
                <a16:creationId xmlns:a16="http://schemas.microsoft.com/office/drawing/2014/main" id="{4F0418BC-B3D9-C5F0-48E5-7F69B34F316A}"/>
              </a:ext>
            </a:extLst>
          </p:cNvPr>
          <p:cNvCxnSpPr>
            <a:cxnSpLocks/>
            <a:stCxn id="612" idx="2"/>
            <a:endCxn id="425" idx="6"/>
          </p:cNvCxnSpPr>
          <p:nvPr/>
        </p:nvCxnSpPr>
        <p:spPr>
          <a:xfrm flipH="1" flipV="1">
            <a:off x="6423459" y="3927213"/>
            <a:ext cx="1239256" cy="1001181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eur droit avec flèche 618">
            <a:extLst>
              <a:ext uri="{FF2B5EF4-FFF2-40B4-BE49-F238E27FC236}">
                <a16:creationId xmlns:a16="http://schemas.microsoft.com/office/drawing/2014/main" id="{86207125-61B8-B9DE-CABC-3D26483C0D2C}"/>
              </a:ext>
            </a:extLst>
          </p:cNvPr>
          <p:cNvCxnSpPr>
            <a:cxnSpLocks/>
            <a:stCxn id="611" idx="2"/>
            <a:endCxn id="424" idx="6"/>
          </p:cNvCxnSpPr>
          <p:nvPr/>
        </p:nvCxnSpPr>
        <p:spPr>
          <a:xfrm flipH="1" flipV="1">
            <a:off x="6423459" y="4200586"/>
            <a:ext cx="1239256" cy="1001181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2" name="Groupe 621">
            <a:extLst>
              <a:ext uri="{FF2B5EF4-FFF2-40B4-BE49-F238E27FC236}">
                <a16:creationId xmlns:a16="http://schemas.microsoft.com/office/drawing/2014/main" id="{49E3B24E-3556-6D69-DABC-E18524363501}"/>
              </a:ext>
            </a:extLst>
          </p:cNvPr>
          <p:cNvGrpSpPr/>
          <p:nvPr/>
        </p:nvGrpSpPr>
        <p:grpSpPr>
          <a:xfrm>
            <a:off x="9727583" y="3969994"/>
            <a:ext cx="341986" cy="895703"/>
            <a:chOff x="7081789" y="3470040"/>
            <a:chExt cx="341986" cy="895703"/>
          </a:xfrm>
          <a:solidFill>
            <a:schemeClr val="bg1"/>
          </a:solidFill>
        </p:grpSpPr>
        <p:sp>
          <p:nvSpPr>
            <p:cNvPr id="623" name="Rectangle 622">
              <a:extLst>
                <a:ext uri="{FF2B5EF4-FFF2-40B4-BE49-F238E27FC236}">
                  <a16:creationId xmlns:a16="http://schemas.microsoft.com/office/drawing/2014/main" id="{6B63A3D1-A31F-5009-EC4A-84ED663CFE41}"/>
                </a:ext>
              </a:extLst>
            </p:cNvPr>
            <p:cNvSpPr/>
            <p:nvPr/>
          </p:nvSpPr>
          <p:spPr>
            <a:xfrm>
              <a:off x="7081789" y="3470040"/>
              <a:ext cx="341986" cy="89570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24" name="Ellipse 623">
              <a:extLst>
                <a:ext uri="{FF2B5EF4-FFF2-40B4-BE49-F238E27FC236}">
                  <a16:creationId xmlns:a16="http://schemas.microsoft.com/office/drawing/2014/main" id="{ACC74264-306F-8989-6326-9E6E4FDFA222}"/>
                </a:ext>
              </a:extLst>
            </p:cNvPr>
            <p:cNvSpPr/>
            <p:nvPr/>
          </p:nvSpPr>
          <p:spPr>
            <a:xfrm>
              <a:off x="7150186" y="3551883"/>
              <a:ext cx="205190" cy="20519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25" name="Ellipse 624">
              <a:extLst>
                <a:ext uri="{FF2B5EF4-FFF2-40B4-BE49-F238E27FC236}">
                  <a16:creationId xmlns:a16="http://schemas.microsoft.com/office/drawing/2014/main" id="{BC83B28C-F6B5-7E27-994A-64C6D569AA3B}"/>
                </a:ext>
              </a:extLst>
            </p:cNvPr>
            <p:cNvSpPr/>
            <p:nvPr/>
          </p:nvSpPr>
          <p:spPr>
            <a:xfrm>
              <a:off x="7150186" y="4098628"/>
              <a:ext cx="205190" cy="20519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26" name="Ellipse 625">
              <a:extLst>
                <a:ext uri="{FF2B5EF4-FFF2-40B4-BE49-F238E27FC236}">
                  <a16:creationId xmlns:a16="http://schemas.microsoft.com/office/drawing/2014/main" id="{ED89154F-25E3-5A4F-C757-BD591F3646C4}"/>
                </a:ext>
              </a:extLst>
            </p:cNvPr>
            <p:cNvSpPr/>
            <p:nvPr/>
          </p:nvSpPr>
          <p:spPr>
            <a:xfrm>
              <a:off x="7150186" y="3825255"/>
              <a:ext cx="205190" cy="20519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632" name="Groupe 631">
            <a:extLst>
              <a:ext uri="{FF2B5EF4-FFF2-40B4-BE49-F238E27FC236}">
                <a16:creationId xmlns:a16="http://schemas.microsoft.com/office/drawing/2014/main" id="{12535063-32B1-CDE0-58FD-77D30DCC87D6}"/>
              </a:ext>
            </a:extLst>
          </p:cNvPr>
          <p:cNvGrpSpPr/>
          <p:nvPr/>
        </p:nvGrpSpPr>
        <p:grpSpPr>
          <a:xfrm>
            <a:off x="8546511" y="3469403"/>
            <a:ext cx="341986" cy="895703"/>
            <a:chOff x="7081789" y="3470040"/>
            <a:chExt cx="341986" cy="895703"/>
          </a:xfrm>
        </p:grpSpPr>
        <p:sp>
          <p:nvSpPr>
            <p:cNvPr id="633" name="Rectangle 632">
              <a:extLst>
                <a:ext uri="{FF2B5EF4-FFF2-40B4-BE49-F238E27FC236}">
                  <a16:creationId xmlns:a16="http://schemas.microsoft.com/office/drawing/2014/main" id="{BAE7C373-8A60-4846-03B2-26D6770DEBF8}"/>
                </a:ext>
              </a:extLst>
            </p:cNvPr>
            <p:cNvSpPr/>
            <p:nvPr/>
          </p:nvSpPr>
          <p:spPr>
            <a:xfrm>
              <a:off x="7081789" y="3470040"/>
              <a:ext cx="341986" cy="895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34" name="Ellipse 633">
              <a:extLst>
                <a:ext uri="{FF2B5EF4-FFF2-40B4-BE49-F238E27FC236}">
                  <a16:creationId xmlns:a16="http://schemas.microsoft.com/office/drawing/2014/main" id="{E2318BC3-882C-6BBD-C86E-DE33EE38F632}"/>
                </a:ext>
              </a:extLst>
            </p:cNvPr>
            <p:cNvSpPr/>
            <p:nvPr/>
          </p:nvSpPr>
          <p:spPr>
            <a:xfrm>
              <a:off x="7150186" y="3551883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35" name="Ellipse 634">
              <a:extLst>
                <a:ext uri="{FF2B5EF4-FFF2-40B4-BE49-F238E27FC236}">
                  <a16:creationId xmlns:a16="http://schemas.microsoft.com/office/drawing/2014/main" id="{ADFAE01F-0BE9-5AE1-21EF-7C77644D87EC}"/>
                </a:ext>
              </a:extLst>
            </p:cNvPr>
            <p:cNvSpPr/>
            <p:nvPr/>
          </p:nvSpPr>
          <p:spPr>
            <a:xfrm>
              <a:off x="7150186" y="4098628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36" name="Ellipse 635">
              <a:extLst>
                <a:ext uri="{FF2B5EF4-FFF2-40B4-BE49-F238E27FC236}">
                  <a16:creationId xmlns:a16="http://schemas.microsoft.com/office/drawing/2014/main" id="{501A0BF0-AAA3-0C9B-92FF-9B1E3F6B135E}"/>
                </a:ext>
              </a:extLst>
            </p:cNvPr>
            <p:cNvSpPr/>
            <p:nvPr/>
          </p:nvSpPr>
          <p:spPr>
            <a:xfrm>
              <a:off x="7150186" y="3825255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637" name="Connecteur droit avec flèche 636">
            <a:extLst>
              <a:ext uri="{FF2B5EF4-FFF2-40B4-BE49-F238E27FC236}">
                <a16:creationId xmlns:a16="http://schemas.microsoft.com/office/drawing/2014/main" id="{1C5EE35E-6E57-0D7F-23E0-B2E785E844D3}"/>
              </a:ext>
            </a:extLst>
          </p:cNvPr>
          <p:cNvCxnSpPr>
            <a:cxnSpLocks/>
            <a:stCxn id="634" idx="2"/>
            <a:endCxn id="542" idx="6"/>
          </p:cNvCxnSpPr>
          <p:nvPr/>
        </p:nvCxnSpPr>
        <p:spPr>
          <a:xfrm flipH="1">
            <a:off x="7867906" y="3653841"/>
            <a:ext cx="747002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eur droit avec flèche 639">
            <a:extLst>
              <a:ext uri="{FF2B5EF4-FFF2-40B4-BE49-F238E27FC236}">
                <a16:creationId xmlns:a16="http://schemas.microsoft.com/office/drawing/2014/main" id="{BC2D305C-EAF6-A5A9-C33C-5C43475A14A7}"/>
              </a:ext>
            </a:extLst>
          </p:cNvPr>
          <p:cNvCxnSpPr>
            <a:cxnSpLocks/>
            <a:stCxn id="544" idx="6"/>
            <a:endCxn id="636" idx="2"/>
          </p:cNvCxnSpPr>
          <p:nvPr/>
        </p:nvCxnSpPr>
        <p:spPr>
          <a:xfrm>
            <a:off x="7867906" y="3927213"/>
            <a:ext cx="747002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eur droit avec flèche 642">
            <a:extLst>
              <a:ext uri="{FF2B5EF4-FFF2-40B4-BE49-F238E27FC236}">
                <a16:creationId xmlns:a16="http://schemas.microsoft.com/office/drawing/2014/main" id="{BE39F6FC-44E1-C798-494E-D710AD38CE0B}"/>
              </a:ext>
            </a:extLst>
          </p:cNvPr>
          <p:cNvCxnSpPr>
            <a:cxnSpLocks/>
            <a:stCxn id="543" idx="6"/>
            <a:endCxn id="635" idx="2"/>
          </p:cNvCxnSpPr>
          <p:nvPr/>
        </p:nvCxnSpPr>
        <p:spPr>
          <a:xfrm>
            <a:off x="7867906" y="4200586"/>
            <a:ext cx="747002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Ellipse 645">
            <a:extLst>
              <a:ext uri="{FF2B5EF4-FFF2-40B4-BE49-F238E27FC236}">
                <a16:creationId xmlns:a16="http://schemas.microsoft.com/office/drawing/2014/main" id="{90B407E1-655C-4453-AA7F-1EB3554DAF0B}"/>
              </a:ext>
            </a:extLst>
          </p:cNvPr>
          <p:cNvSpPr/>
          <p:nvPr/>
        </p:nvSpPr>
        <p:spPr>
          <a:xfrm>
            <a:off x="8138811" y="3061136"/>
            <a:ext cx="205190" cy="20519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647" name="Connecteur droit avec flèche 646">
            <a:extLst>
              <a:ext uri="{FF2B5EF4-FFF2-40B4-BE49-F238E27FC236}">
                <a16:creationId xmlns:a16="http://schemas.microsoft.com/office/drawing/2014/main" id="{AAA03D07-6879-01C1-ACEE-2B70BE50A08B}"/>
              </a:ext>
            </a:extLst>
          </p:cNvPr>
          <p:cNvCxnSpPr>
            <a:cxnSpLocks/>
            <a:stCxn id="634" idx="2"/>
            <a:endCxn id="646" idx="4"/>
          </p:cNvCxnSpPr>
          <p:nvPr/>
        </p:nvCxnSpPr>
        <p:spPr>
          <a:xfrm flipH="1" flipV="1">
            <a:off x="8241406" y="3266326"/>
            <a:ext cx="373502" cy="387515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eur droit avec flèche 649">
            <a:extLst>
              <a:ext uri="{FF2B5EF4-FFF2-40B4-BE49-F238E27FC236}">
                <a16:creationId xmlns:a16="http://schemas.microsoft.com/office/drawing/2014/main" id="{38E5642A-2A7B-AC46-BF7A-D9F90C636594}"/>
              </a:ext>
            </a:extLst>
          </p:cNvPr>
          <p:cNvCxnSpPr>
            <a:cxnSpLocks/>
            <a:stCxn id="636" idx="2"/>
            <a:endCxn id="646" idx="4"/>
          </p:cNvCxnSpPr>
          <p:nvPr/>
        </p:nvCxnSpPr>
        <p:spPr>
          <a:xfrm flipH="1" flipV="1">
            <a:off x="8241406" y="3266326"/>
            <a:ext cx="373502" cy="660887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eur droit avec flèche 652">
            <a:extLst>
              <a:ext uri="{FF2B5EF4-FFF2-40B4-BE49-F238E27FC236}">
                <a16:creationId xmlns:a16="http://schemas.microsoft.com/office/drawing/2014/main" id="{A59A4727-2DA1-DB29-81EC-D3BA51F91713}"/>
              </a:ext>
            </a:extLst>
          </p:cNvPr>
          <p:cNvCxnSpPr>
            <a:cxnSpLocks/>
            <a:stCxn id="635" idx="2"/>
            <a:endCxn id="646" idx="4"/>
          </p:cNvCxnSpPr>
          <p:nvPr/>
        </p:nvCxnSpPr>
        <p:spPr>
          <a:xfrm flipH="1" flipV="1">
            <a:off x="8241406" y="3266326"/>
            <a:ext cx="373502" cy="93426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6" name="Groupe 655">
            <a:extLst>
              <a:ext uri="{FF2B5EF4-FFF2-40B4-BE49-F238E27FC236}">
                <a16:creationId xmlns:a16="http://schemas.microsoft.com/office/drawing/2014/main" id="{CB62BACA-46F0-7EF0-FF7A-C32DDCA208F8}"/>
              </a:ext>
            </a:extLst>
          </p:cNvPr>
          <p:cNvGrpSpPr/>
          <p:nvPr/>
        </p:nvGrpSpPr>
        <p:grpSpPr>
          <a:xfrm>
            <a:off x="8546511" y="4470584"/>
            <a:ext cx="341986" cy="895703"/>
            <a:chOff x="7081789" y="3470040"/>
            <a:chExt cx="341986" cy="895703"/>
          </a:xfrm>
        </p:grpSpPr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15D10DB8-EC56-6850-0B25-72ED91FF88D1}"/>
                </a:ext>
              </a:extLst>
            </p:cNvPr>
            <p:cNvSpPr/>
            <p:nvPr/>
          </p:nvSpPr>
          <p:spPr>
            <a:xfrm>
              <a:off x="7081789" y="3470040"/>
              <a:ext cx="341986" cy="895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58" name="Ellipse 657">
              <a:extLst>
                <a:ext uri="{FF2B5EF4-FFF2-40B4-BE49-F238E27FC236}">
                  <a16:creationId xmlns:a16="http://schemas.microsoft.com/office/drawing/2014/main" id="{A4669E63-A2C2-69F9-265D-4C21EED7DD71}"/>
                </a:ext>
              </a:extLst>
            </p:cNvPr>
            <p:cNvSpPr/>
            <p:nvPr/>
          </p:nvSpPr>
          <p:spPr>
            <a:xfrm>
              <a:off x="7150186" y="3551883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59" name="Ellipse 658">
              <a:extLst>
                <a:ext uri="{FF2B5EF4-FFF2-40B4-BE49-F238E27FC236}">
                  <a16:creationId xmlns:a16="http://schemas.microsoft.com/office/drawing/2014/main" id="{911B4366-18BA-267C-6150-A5D4CD204911}"/>
                </a:ext>
              </a:extLst>
            </p:cNvPr>
            <p:cNvSpPr/>
            <p:nvPr/>
          </p:nvSpPr>
          <p:spPr>
            <a:xfrm>
              <a:off x="7150186" y="4098628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60" name="Ellipse 659">
              <a:extLst>
                <a:ext uri="{FF2B5EF4-FFF2-40B4-BE49-F238E27FC236}">
                  <a16:creationId xmlns:a16="http://schemas.microsoft.com/office/drawing/2014/main" id="{49AB2397-98E0-310A-E6AE-DF8B960F99B4}"/>
                </a:ext>
              </a:extLst>
            </p:cNvPr>
            <p:cNvSpPr/>
            <p:nvPr/>
          </p:nvSpPr>
          <p:spPr>
            <a:xfrm>
              <a:off x="7150186" y="3825255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661" name="Connecteur droit avec flèche 660">
            <a:extLst>
              <a:ext uri="{FF2B5EF4-FFF2-40B4-BE49-F238E27FC236}">
                <a16:creationId xmlns:a16="http://schemas.microsoft.com/office/drawing/2014/main" id="{94A11FB4-E185-AB60-6939-8BC30BD94E69}"/>
              </a:ext>
            </a:extLst>
          </p:cNvPr>
          <p:cNvCxnSpPr>
            <a:cxnSpLocks/>
            <a:stCxn id="658" idx="2"/>
            <a:endCxn id="610" idx="6"/>
          </p:cNvCxnSpPr>
          <p:nvPr/>
        </p:nvCxnSpPr>
        <p:spPr>
          <a:xfrm flipH="1">
            <a:off x="7867905" y="4655022"/>
            <a:ext cx="747003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eur droit avec flèche 663">
            <a:extLst>
              <a:ext uri="{FF2B5EF4-FFF2-40B4-BE49-F238E27FC236}">
                <a16:creationId xmlns:a16="http://schemas.microsoft.com/office/drawing/2014/main" id="{3FB5F245-C610-D37C-2042-56AAE23CCBFA}"/>
              </a:ext>
            </a:extLst>
          </p:cNvPr>
          <p:cNvCxnSpPr>
            <a:cxnSpLocks/>
            <a:stCxn id="660" idx="2"/>
            <a:endCxn id="612" idx="6"/>
          </p:cNvCxnSpPr>
          <p:nvPr/>
        </p:nvCxnSpPr>
        <p:spPr>
          <a:xfrm flipH="1">
            <a:off x="7867905" y="4928394"/>
            <a:ext cx="747003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eur droit avec flèche 666">
            <a:extLst>
              <a:ext uri="{FF2B5EF4-FFF2-40B4-BE49-F238E27FC236}">
                <a16:creationId xmlns:a16="http://schemas.microsoft.com/office/drawing/2014/main" id="{DD5AD0CE-6068-E2EE-482E-D35F56CBE9C6}"/>
              </a:ext>
            </a:extLst>
          </p:cNvPr>
          <p:cNvCxnSpPr>
            <a:cxnSpLocks/>
            <a:stCxn id="659" idx="2"/>
            <a:endCxn id="611" idx="6"/>
          </p:cNvCxnSpPr>
          <p:nvPr/>
        </p:nvCxnSpPr>
        <p:spPr>
          <a:xfrm flipH="1">
            <a:off x="7867905" y="5201767"/>
            <a:ext cx="747003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eur droit avec flèche 669">
            <a:extLst>
              <a:ext uri="{FF2B5EF4-FFF2-40B4-BE49-F238E27FC236}">
                <a16:creationId xmlns:a16="http://schemas.microsoft.com/office/drawing/2014/main" id="{89AB5BF3-ECCF-19F4-78B4-0C2C7996E78F}"/>
              </a:ext>
            </a:extLst>
          </p:cNvPr>
          <p:cNvCxnSpPr>
            <a:cxnSpLocks/>
            <a:stCxn id="624" idx="2"/>
            <a:endCxn id="634" idx="6"/>
          </p:cNvCxnSpPr>
          <p:nvPr/>
        </p:nvCxnSpPr>
        <p:spPr>
          <a:xfrm flipH="1" flipV="1">
            <a:off x="8820098" y="3653841"/>
            <a:ext cx="975882" cy="500591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eur droit avec flèche 678">
            <a:extLst>
              <a:ext uri="{FF2B5EF4-FFF2-40B4-BE49-F238E27FC236}">
                <a16:creationId xmlns:a16="http://schemas.microsoft.com/office/drawing/2014/main" id="{7D8D6A08-B8C3-D86F-4CDB-5D4A4D5FD3DC}"/>
              </a:ext>
            </a:extLst>
          </p:cNvPr>
          <p:cNvCxnSpPr>
            <a:cxnSpLocks/>
            <a:stCxn id="626" idx="2"/>
            <a:endCxn id="636" idx="6"/>
          </p:cNvCxnSpPr>
          <p:nvPr/>
        </p:nvCxnSpPr>
        <p:spPr>
          <a:xfrm flipH="1" flipV="1">
            <a:off x="8820098" y="3927213"/>
            <a:ext cx="975882" cy="500591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eur droit avec flèche 681">
            <a:extLst>
              <a:ext uri="{FF2B5EF4-FFF2-40B4-BE49-F238E27FC236}">
                <a16:creationId xmlns:a16="http://schemas.microsoft.com/office/drawing/2014/main" id="{58EB7573-871C-9BB2-8D99-A137572EB05E}"/>
              </a:ext>
            </a:extLst>
          </p:cNvPr>
          <p:cNvCxnSpPr>
            <a:cxnSpLocks/>
            <a:stCxn id="625" idx="2"/>
            <a:endCxn id="635" idx="6"/>
          </p:cNvCxnSpPr>
          <p:nvPr/>
        </p:nvCxnSpPr>
        <p:spPr>
          <a:xfrm flipH="1" flipV="1">
            <a:off x="8820098" y="4200586"/>
            <a:ext cx="975882" cy="500591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eur droit avec flèche 684">
            <a:extLst>
              <a:ext uri="{FF2B5EF4-FFF2-40B4-BE49-F238E27FC236}">
                <a16:creationId xmlns:a16="http://schemas.microsoft.com/office/drawing/2014/main" id="{EC4F2D45-0BA0-3EFD-4D51-9106C47BE0E0}"/>
              </a:ext>
            </a:extLst>
          </p:cNvPr>
          <p:cNvCxnSpPr>
            <a:cxnSpLocks/>
            <a:stCxn id="624" idx="2"/>
            <a:endCxn id="658" idx="6"/>
          </p:cNvCxnSpPr>
          <p:nvPr/>
        </p:nvCxnSpPr>
        <p:spPr>
          <a:xfrm flipH="1">
            <a:off x="8820098" y="4154432"/>
            <a:ext cx="975882" cy="50059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eur droit avec flèche 687">
            <a:extLst>
              <a:ext uri="{FF2B5EF4-FFF2-40B4-BE49-F238E27FC236}">
                <a16:creationId xmlns:a16="http://schemas.microsoft.com/office/drawing/2014/main" id="{9F2B05D6-D5A1-250C-9149-EC9D38DF08F3}"/>
              </a:ext>
            </a:extLst>
          </p:cNvPr>
          <p:cNvCxnSpPr>
            <a:cxnSpLocks/>
            <a:stCxn id="626" idx="2"/>
            <a:endCxn id="660" idx="6"/>
          </p:cNvCxnSpPr>
          <p:nvPr/>
        </p:nvCxnSpPr>
        <p:spPr>
          <a:xfrm flipH="1">
            <a:off x="8820098" y="4427804"/>
            <a:ext cx="975882" cy="50059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eur droit avec flèche 690">
            <a:extLst>
              <a:ext uri="{FF2B5EF4-FFF2-40B4-BE49-F238E27FC236}">
                <a16:creationId xmlns:a16="http://schemas.microsoft.com/office/drawing/2014/main" id="{79AAF1E7-47D5-449D-3ECC-3A281B5C249F}"/>
              </a:ext>
            </a:extLst>
          </p:cNvPr>
          <p:cNvCxnSpPr>
            <a:cxnSpLocks/>
            <a:stCxn id="625" idx="2"/>
            <a:endCxn id="659" idx="6"/>
          </p:cNvCxnSpPr>
          <p:nvPr/>
        </p:nvCxnSpPr>
        <p:spPr>
          <a:xfrm flipH="1">
            <a:off x="8820098" y="4701177"/>
            <a:ext cx="975882" cy="50059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ZoneTexte 694">
            <a:extLst>
              <a:ext uri="{FF2B5EF4-FFF2-40B4-BE49-F238E27FC236}">
                <a16:creationId xmlns:a16="http://schemas.microsoft.com/office/drawing/2014/main" id="{F0991616-6AA7-966E-5484-CA2F4A542205}"/>
              </a:ext>
            </a:extLst>
          </p:cNvPr>
          <p:cNvSpPr txBox="1"/>
          <p:nvPr/>
        </p:nvSpPr>
        <p:spPr>
          <a:xfrm>
            <a:off x="4921744" y="2627359"/>
            <a:ext cx="173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Activation</a:t>
            </a:r>
            <a:br>
              <a:rPr lang="en-GB" sz="1200" i="1" noProof="0" dirty="0"/>
            </a:br>
            <a:r>
              <a:rPr lang="en-GB" sz="1200" i="1" noProof="0" dirty="0"/>
              <a:t>Normalization + GELU + Dropout 0.3</a:t>
            </a:r>
          </a:p>
        </p:txBody>
      </p:sp>
      <p:sp>
        <p:nvSpPr>
          <p:cNvPr id="696" name="ZoneTexte 695">
            <a:extLst>
              <a:ext uri="{FF2B5EF4-FFF2-40B4-BE49-F238E27FC236}">
                <a16:creationId xmlns:a16="http://schemas.microsoft.com/office/drawing/2014/main" id="{E98C6D5C-A101-B53D-ED04-9295E2B3BCBE}"/>
              </a:ext>
            </a:extLst>
          </p:cNvPr>
          <p:cNvSpPr txBox="1"/>
          <p:nvPr/>
        </p:nvSpPr>
        <p:spPr>
          <a:xfrm>
            <a:off x="6653344" y="3039261"/>
            <a:ext cx="895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Activation</a:t>
            </a:r>
            <a:br>
              <a:rPr lang="en-GB" sz="1200" i="1" noProof="0" dirty="0"/>
            </a:br>
            <a:r>
              <a:rPr lang="en-GB" sz="1200" i="1" noProof="0" dirty="0"/>
              <a:t>Tanh</a:t>
            </a:r>
          </a:p>
        </p:txBody>
      </p:sp>
      <p:sp>
        <p:nvSpPr>
          <p:cNvPr id="699" name="ZoneTexte 698">
            <a:extLst>
              <a:ext uri="{FF2B5EF4-FFF2-40B4-BE49-F238E27FC236}">
                <a16:creationId xmlns:a16="http://schemas.microsoft.com/office/drawing/2014/main" id="{412721F1-E5BA-8744-3C0B-85BA56F82724}"/>
              </a:ext>
            </a:extLst>
          </p:cNvPr>
          <p:cNvSpPr txBox="1"/>
          <p:nvPr/>
        </p:nvSpPr>
        <p:spPr>
          <a:xfrm>
            <a:off x="7606500" y="2526371"/>
            <a:ext cx="126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Bias</a:t>
            </a:r>
            <a:br>
              <a:rPr lang="en-GB" sz="1200" i="1" noProof="0" dirty="0"/>
            </a:br>
            <a:r>
              <a:rPr lang="en-GB" sz="1200" i="1" noProof="0" dirty="0"/>
              <a:t>Multiplication</a:t>
            </a:r>
          </a:p>
        </p:txBody>
      </p:sp>
      <p:sp>
        <p:nvSpPr>
          <p:cNvPr id="703" name="ZoneTexte 702">
            <a:extLst>
              <a:ext uri="{FF2B5EF4-FFF2-40B4-BE49-F238E27FC236}">
                <a16:creationId xmlns:a16="http://schemas.microsoft.com/office/drawing/2014/main" id="{41741E2D-92CA-6C15-C4FE-30F0F6DF5D98}"/>
              </a:ext>
            </a:extLst>
          </p:cNvPr>
          <p:cNvSpPr txBox="1"/>
          <p:nvPr/>
        </p:nvSpPr>
        <p:spPr>
          <a:xfrm>
            <a:off x="6511491" y="3407043"/>
            <a:ext cx="1199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i="1" noProof="0" dirty="0"/>
              <a:t>Dense 27x27</a:t>
            </a:r>
          </a:p>
        </p:txBody>
      </p:sp>
      <p:sp>
        <p:nvSpPr>
          <p:cNvPr id="704" name="ZoneTexte 703">
            <a:extLst>
              <a:ext uri="{FF2B5EF4-FFF2-40B4-BE49-F238E27FC236}">
                <a16:creationId xmlns:a16="http://schemas.microsoft.com/office/drawing/2014/main" id="{8C265B59-5433-DE6A-64D0-321DE593FD7C}"/>
              </a:ext>
            </a:extLst>
          </p:cNvPr>
          <p:cNvSpPr txBox="1"/>
          <p:nvPr/>
        </p:nvSpPr>
        <p:spPr>
          <a:xfrm>
            <a:off x="9223669" y="3511703"/>
            <a:ext cx="5634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Bias</a:t>
            </a:r>
            <a:br>
              <a:rPr lang="en-GB" sz="1200" i="1" noProof="0" dirty="0"/>
            </a:br>
            <a:r>
              <a:rPr lang="en-GB" sz="1200" i="1" noProof="0" dirty="0"/>
              <a:t>Sum</a:t>
            </a:r>
          </a:p>
        </p:txBody>
      </p:sp>
      <p:cxnSp>
        <p:nvCxnSpPr>
          <p:cNvPr id="708" name="Connecteur droit avec flèche 707">
            <a:extLst>
              <a:ext uri="{FF2B5EF4-FFF2-40B4-BE49-F238E27FC236}">
                <a16:creationId xmlns:a16="http://schemas.microsoft.com/office/drawing/2014/main" id="{3FFDDB16-624C-7809-CD57-EB2F3521B0AD}"/>
              </a:ext>
            </a:extLst>
          </p:cNvPr>
          <p:cNvCxnSpPr>
            <a:cxnSpLocks/>
            <a:stCxn id="624" idx="6"/>
            <a:endCxn id="718" idx="2"/>
          </p:cNvCxnSpPr>
          <p:nvPr/>
        </p:nvCxnSpPr>
        <p:spPr>
          <a:xfrm>
            <a:off x="10001170" y="4154432"/>
            <a:ext cx="988087" cy="26187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eur droit avec flèche 710">
            <a:extLst>
              <a:ext uri="{FF2B5EF4-FFF2-40B4-BE49-F238E27FC236}">
                <a16:creationId xmlns:a16="http://schemas.microsoft.com/office/drawing/2014/main" id="{AE058BBB-95BB-1073-1ACA-105D14A55B49}"/>
              </a:ext>
            </a:extLst>
          </p:cNvPr>
          <p:cNvCxnSpPr>
            <a:cxnSpLocks/>
            <a:stCxn id="626" idx="6"/>
            <a:endCxn id="718" idx="2"/>
          </p:cNvCxnSpPr>
          <p:nvPr/>
        </p:nvCxnSpPr>
        <p:spPr>
          <a:xfrm flipV="1">
            <a:off x="10001170" y="4416311"/>
            <a:ext cx="988087" cy="1149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eur droit avec flèche 713">
            <a:extLst>
              <a:ext uri="{FF2B5EF4-FFF2-40B4-BE49-F238E27FC236}">
                <a16:creationId xmlns:a16="http://schemas.microsoft.com/office/drawing/2014/main" id="{C450A65E-0C42-BA5D-DDCE-1E245BC1EF50}"/>
              </a:ext>
            </a:extLst>
          </p:cNvPr>
          <p:cNvCxnSpPr>
            <a:cxnSpLocks/>
            <a:stCxn id="625" idx="6"/>
            <a:endCxn id="718" idx="2"/>
          </p:cNvCxnSpPr>
          <p:nvPr/>
        </p:nvCxnSpPr>
        <p:spPr>
          <a:xfrm flipV="1">
            <a:off x="10001170" y="4416311"/>
            <a:ext cx="988087" cy="28486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7" name="Groupe 716">
            <a:extLst>
              <a:ext uri="{FF2B5EF4-FFF2-40B4-BE49-F238E27FC236}">
                <a16:creationId xmlns:a16="http://schemas.microsoft.com/office/drawing/2014/main" id="{6C58F6FF-2771-7CC1-26C5-C63515A642A8}"/>
              </a:ext>
            </a:extLst>
          </p:cNvPr>
          <p:cNvGrpSpPr/>
          <p:nvPr/>
        </p:nvGrpSpPr>
        <p:grpSpPr>
          <a:xfrm>
            <a:off x="10989257" y="4131444"/>
            <a:ext cx="569733" cy="569733"/>
            <a:chOff x="2255921" y="2881563"/>
            <a:chExt cx="385011" cy="385011"/>
          </a:xfrm>
        </p:grpSpPr>
        <p:sp>
          <p:nvSpPr>
            <p:cNvPr id="718" name="Ellipse 717">
              <a:extLst>
                <a:ext uri="{FF2B5EF4-FFF2-40B4-BE49-F238E27FC236}">
                  <a16:creationId xmlns:a16="http://schemas.microsoft.com/office/drawing/2014/main" id="{9AA55C3B-7160-1931-E1E0-2A3A964026CF}"/>
                </a:ext>
              </a:extLst>
            </p:cNvPr>
            <p:cNvSpPr/>
            <p:nvPr/>
          </p:nvSpPr>
          <p:spPr>
            <a:xfrm>
              <a:off x="2255921" y="2881563"/>
              <a:ext cx="385011" cy="38501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719" name="Ellipse 718">
              <a:extLst>
                <a:ext uri="{FF2B5EF4-FFF2-40B4-BE49-F238E27FC236}">
                  <a16:creationId xmlns:a16="http://schemas.microsoft.com/office/drawing/2014/main" id="{3D79C54C-EA28-39D1-3664-033B3D342282}"/>
                </a:ext>
              </a:extLst>
            </p:cNvPr>
            <p:cNvSpPr/>
            <p:nvPr/>
          </p:nvSpPr>
          <p:spPr>
            <a:xfrm>
              <a:off x="2298032" y="2923674"/>
              <a:ext cx="300789" cy="300789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720" name="ZoneTexte 719">
            <a:extLst>
              <a:ext uri="{FF2B5EF4-FFF2-40B4-BE49-F238E27FC236}">
                <a16:creationId xmlns:a16="http://schemas.microsoft.com/office/drawing/2014/main" id="{50F6C2C9-58C6-53F8-2865-788BBC84668D}"/>
              </a:ext>
            </a:extLst>
          </p:cNvPr>
          <p:cNvSpPr txBox="1"/>
          <p:nvPr/>
        </p:nvSpPr>
        <p:spPr>
          <a:xfrm>
            <a:off x="10864515" y="3832218"/>
            <a:ext cx="819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noProof="0" dirty="0"/>
              <a:t>Result</a:t>
            </a:r>
            <a:endParaRPr lang="en-GB" noProof="0" dirty="0"/>
          </a:p>
        </p:txBody>
      </p:sp>
      <p:sp>
        <p:nvSpPr>
          <p:cNvPr id="724" name="ZoneTexte 723">
            <a:extLst>
              <a:ext uri="{FF2B5EF4-FFF2-40B4-BE49-F238E27FC236}">
                <a16:creationId xmlns:a16="http://schemas.microsoft.com/office/drawing/2014/main" id="{593B3D7A-9EB7-D36F-9298-B5B9AF1B5340}"/>
              </a:ext>
            </a:extLst>
          </p:cNvPr>
          <p:cNvSpPr txBox="1"/>
          <p:nvPr/>
        </p:nvSpPr>
        <p:spPr>
          <a:xfrm>
            <a:off x="3898977" y="2062866"/>
            <a:ext cx="17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noProof="0" dirty="0">
                <a:solidFill>
                  <a:schemeClr val="accent6"/>
                </a:solidFill>
              </a:rPr>
              <a:t>Classifier layer</a:t>
            </a:r>
          </a:p>
        </p:txBody>
      </p:sp>
      <p:sp>
        <p:nvSpPr>
          <p:cNvPr id="729" name="ZoneTexte 728">
            <a:extLst>
              <a:ext uri="{FF2B5EF4-FFF2-40B4-BE49-F238E27FC236}">
                <a16:creationId xmlns:a16="http://schemas.microsoft.com/office/drawing/2014/main" id="{EE9C61EC-97E0-DCBA-C4C8-72969FF57123}"/>
              </a:ext>
            </a:extLst>
          </p:cNvPr>
          <p:cNvSpPr txBox="1"/>
          <p:nvPr/>
        </p:nvSpPr>
        <p:spPr>
          <a:xfrm>
            <a:off x="6864705" y="2227796"/>
            <a:ext cx="193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noProof="0" dirty="0">
                <a:solidFill>
                  <a:schemeClr val="accent2"/>
                </a:solidFill>
              </a:rPr>
              <a:t>Corelation layer</a:t>
            </a:r>
          </a:p>
        </p:txBody>
      </p:sp>
      <p:sp>
        <p:nvSpPr>
          <p:cNvPr id="730" name="ZoneTexte 729">
            <a:extLst>
              <a:ext uri="{FF2B5EF4-FFF2-40B4-BE49-F238E27FC236}">
                <a16:creationId xmlns:a16="http://schemas.microsoft.com/office/drawing/2014/main" id="{B5E17B08-7F6A-F6F4-FBC7-AEFCD75FE142}"/>
              </a:ext>
            </a:extLst>
          </p:cNvPr>
          <p:cNvSpPr txBox="1"/>
          <p:nvPr/>
        </p:nvSpPr>
        <p:spPr>
          <a:xfrm>
            <a:off x="8240567" y="5355843"/>
            <a:ext cx="199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noProof="0" dirty="0">
                <a:solidFill>
                  <a:schemeClr val="accent1"/>
                </a:solidFill>
              </a:rPr>
              <a:t>Aggregation layer</a:t>
            </a:r>
          </a:p>
        </p:txBody>
      </p:sp>
      <p:sp>
        <p:nvSpPr>
          <p:cNvPr id="731" name="ZoneTexte 730">
            <a:extLst>
              <a:ext uri="{FF2B5EF4-FFF2-40B4-BE49-F238E27FC236}">
                <a16:creationId xmlns:a16="http://schemas.microsoft.com/office/drawing/2014/main" id="{4CDD355D-2985-E4B0-9543-730366F44D97}"/>
              </a:ext>
            </a:extLst>
          </p:cNvPr>
          <p:cNvSpPr txBox="1"/>
          <p:nvPr/>
        </p:nvSpPr>
        <p:spPr>
          <a:xfrm>
            <a:off x="10408323" y="5819860"/>
            <a:ext cx="173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Epochs</a:t>
            </a:r>
            <a:br>
              <a:rPr lang="en-GB" sz="1200" i="1" noProof="0" dirty="0"/>
            </a:br>
            <a:r>
              <a:rPr lang="en-GB" sz="1200" i="1" noProof="0" dirty="0"/>
              <a:t>50</a:t>
            </a:r>
          </a:p>
        </p:txBody>
      </p:sp>
      <p:sp>
        <p:nvSpPr>
          <p:cNvPr id="733" name="Forme libre : forme 732">
            <a:extLst>
              <a:ext uri="{FF2B5EF4-FFF2-40B4-BE49-F238E27FC236}">
                <a16:creationId xmlns:a16="http://schemas.microsoft.com/office/drawing/2014/main" id="{7CDC8684-AABB-38F2-8AB3-2A12EA2D0CBC}"/>
              </a:ext>
            </a:extLst>
          </p:cNvPr>
          <p:cNvSpPr/>
          <p:nvPr/>
        </p:nvSpPr>
        <p:spPr>
          <a:xfrm>
            <a:off x="10447828" y="2720112"/>
            <a:ext cx="314092" cy="1503820"/>
          </a:xfrm>
          <a:custGeom>
            <a:avLst/>
            <a:gdLst>
              <a:gd name="csX0" fmla="*/ 353677 w 353677"/>
              <a:gd name="csY0" fmla="*/ 0 h 489857"/>
              <a:gd name="csX1" fmla="*/ 51598 w 353677"/>
              <a:gd name="csY1" fmla="*/ 220436 h 489857"/>
              <a:gd name="csX2" fmla="*/ 2613 w 353677"/>
              <a:gd name="csY2" fmla="*/ 489857 h 489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3677" h="489857">
                <a:moveTo>
                  <a:pt x="353677" y="0"/>
                </a:moveTo>
                <a:cubicBezTo>
                  <a:pt x="231893" y="69396"/>
                  <a:pt x="110109" y="138793"/>
                  <a:pt x="51598" y="220436"/>
                </a:cubicBezTo>
                <a:cubicBezTo>
                  <a:pt x="-6913" y="302079"/>
                  <a:pt x="-2150" y="395968"/>
                  <a:pt x="2613" y="489857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34" name="ZoneTexte 733">
            <a:extLst>
              <a:ext uri="{FF2B5EF4-FFF2-40B4-BE49-F238E27FC236}">
                <a16:creationId xmlns:a16="http://schemas.microsoft.com/office/drawing/2014/main" id="{8DFA817A-70EA-3F29-E820-B900DFB49A07}"/>
              </a:ext>
            </a:extLst>
          </p:cNvPr>
          <p:cNvSpPr txBox="1"/>
          <p:nvPr/>
        </p:nvSpPr>
        <p:spPr>
          <a:xfrm>
            <a:off x="10349177" y="2067826"/>
            <a:ext cx="1280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noProof="0" dirty="0">
                <a:solidFill>
                  <a:srgbClr val="C00000"/>
                </a:solidFill>
              </a:rPr>
              <a:t>Threshold</a:t>
            </a:r>
            <a:br>
              <a:rPr lang="en-GB" b="1" noProof="0" dirty="0">
                <a:solidFill>
                  <a:srgbClr val="C00000"/>
                </a:solidFill>
              </a:rPr>
            </a:br>
            <a:r>
              <a:rPr lang="en-GB" b="1" noProof="0" dirty="0">
                <a:solidFill>
                  <a:srgbClr val="C00000"/>
                </a:solidFill>
              </a:rPr>
              <a:t>per layer</a:t>
            </a:r>
          </a:p>
        </p:txBody>
      </p:sp>
      <p:sp>
        <p:nvSpPr>
          <p:cNvPr id="735" name="ZoneTexte 734">
            <a:extLst>
              <a:ext uri="{FF2B5EF4-FFF2-40B4-BE49-F238E27FC236}">
                <a16:creationId xmlns:a16="http://schemas.microsoft.com/office/drawing/2014/main" id="{6432559F-C2A4-CCB2-06FF-D39A4B8BA83B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903988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CA96-66D2-F1F0-8121-E7C415E62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Rectangle 675">
            <a:extLst>
              <a:ext uri="{FF2B5EF4-FFF2-40B4-BE49-F238E27FC236}">
                <a16:creationId xmlns:a16="http://schemas.microsoft.com/office/drawing/2014/main" id="{5FFE43E2-AA6A-2F4C-07EE-C73EFE877238}"/>
              </a:ext>
            </a:extLst>
          </p:cNvPr>
          <p:cNvSpPr/>
          <p:nvPr/>
        </p:nvSpPr>
        <p:spPr>
          <a:xfrm>
            <a:off x="8130619" y="2947076"/>
            <a:ext cx="2139397" cy="255431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68195B72-E5F5-5F77-6E2C-88BC58048283}"/>
              </a:ext>
            </a:extLst>
          </p:cNvPr>
          <p:cNvSpPr/>
          <p:nvPr/>
        </p:nvSpPr>
        <p:spPr>
          <a:xfrm>
            <a:off x="6588368" y="1781989"/>
            <a:ext cx="2613113" cy="220409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E6A7B04-5D3C-ACF0-AB0A-B5CABB5FD63F}"/>
              </a:ext>
            </a:extLst>
          </p:cNvPr>
          <p:cNvSpPr/>
          <p:nvPr/>
        </p:nvSpPr>
        <p:spPr>
          <a:xfrm>
            <a:off x="2906824" y="1699576"/>
            <a:ext cx="3681545" cy="337347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260" name="Groupe 259">
            <a:extLst>
              <a:ext uri="{FF2B5EF4-FFF2-40B4-BE49-F238E27FC236}">
                <a16:creationId xmlns:a16="http://schemas.microsoft.com/office/drawing/2014/main" id="{C38A1045-3EDE-AB4C-CA31-68EF0C1FB9FE}"/>
              </a:ext>
            </a:extLst>
          </p:cNvPr>
          <p:cNvGrpSpPr/>
          <p:nvPr/>
        </p:nvGrpSpPr>
        <p:grpSpPr>
          <a:xfrm>
            <a:off x="4693634" y="2933128"/>
            <a:ext cx="341986" cy="2009159"/>
            <a:chOff x="4765565" y="2917805"/>
            <a:chExt cx="341986" cy="2009159"/>
          </a:xfrm>
        </p:grpSpPr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42689585-ABD0-53DF-C771-B895ECA441F2}"/>
                </a:ext>
              </a:extLst>
            </p:cNvPr>
            <p:cNvSpPr/>
            <p:nvPr/>
          </p:nvSpPr>
          <p:spPr>
            <a:xfrm>
              <a:off x="4765565" y="2917805"/>
              <a:ext cx="341986" cy="20091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2" name="Ellipse 261">
              <a:extLst>
                <a:ext uri="{FF2B5EF4-FFF2-40B4-BE49-F238E27FC236}">
                  <a16:creationId xmlns:a16="http://schemas.microsoft.com/office/drawing/2014/main" id="{76A375D7-617B-046F-93E7-638C548CE80A}"/>
                </a:ext>
              </a:extLst>
            </p:cNvPr>
            <p:cNvSpPr/>
            <p:nvPr/>
          </p:nvSpPr>
          <p:spPr>
            <a:xfrm>
              <a:off x="4833962" y="3007534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3" name="Ellipse 262">
              <a:extLst>
                <a:ext uri="{FF2B5EF4-FFF2-40B4-BE49-F238E27FC236}">
                  <a16:creationId xmlns:a16="http://schemas.microsoft.com/office/drawing/2014/main" id="{F8BCBCBB-FB32-1A20-FA06-A84561A60B5F}"/>
                </a:ext>
              </a:extLst>
            </p:cNvPr>
            <p:cNvSpPr/>
            <p:nvPr/>
          </p:nvSpPr>
          <p:spPr>
            <a:xfrm>
              <a:off x="4833962" y="3280907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4" name="Ellipse 263">
              <a:extLst>
                <a:ext uri="{FF2B5EF4-FFF2-40B4-BE49-F238E27FC236}">
                  <a16:creationId xmlns:a16="http://schemas.microsoft.com/office/drawing/2014/main" id="{C0FB879D-C817-68AA-A23F-B3D2C253AF7E}"/>
                </a:ext>
              </a:extLst>
            </p:cNvPr>
            <p:cNvSpPr/>
            <p:nvPr/>
          </p:nvSpPr>
          <p:spPr>
            <a:xfrm>
              <a:off x="4833962" y="3554280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5" name="Ellipse 264">
              <a:extLst>
                <a:ext uri="{FF2B5EF4-FFF2-40B4-BE49-F238E27FC236}">
                  <a16:creationId xmlns:a16="http://schemas.microsoft.com/office/drawing/2014/main" id="{717816B6-5B68-6F73-F15A-0D3C8F60C43F}"/>
                </a:ext>
              </a:extLst>
            </p:cNvPr>
            <p:cNvSpPr/>
            <p:nvPr/>
          </p:nvSpPr>
          <p:spPr>
            <a:xfrm>
              <a:off x="4833962" y="4374398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6" name="Ellipse 265">
              <a:extLst>
                <a:ext uri="{FF2B5EF4-FFF2-40B4-BE49-F238E27FC236}">
                  <a16:creationId xmlns:a16="http://schemas.microsoft.com/office/drawing/2014/main" id="{D576EA70-8FF9-C517-C7A4-1ABFF401FFD3}"/>
                </a:ext>
              </a:extLst>
            </p:cNvPr>
            <p:cNvSpPr/>
            <p:nvPr/>
          </p:nvSpPr>
          <p:spPr>
            <a:xfrm>
              <a:off x="4833962" y="4647774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7" name="Ellipse 266">
              <a:extLst>
                <a:ext uri="{FF2B5EF4-FFF2-40B4-BE49-F238E27FC236}">
                  <a16:creationId xmlns:a16="http://schemas.microsoft.com/office/drawing/2014/main" id="{D10019CE-991A-4947-4957-D489145D8271}"/>
                </a:ext>
              </a:extLst>
            </p:cNvPr>
            <p:cNvSpPr/>
            <p:nvPr/>
          </p:nvSpPr>
          <p:spPr>
            <a:xfrm>
              <a:off x="4833962" y="4101025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8" name="Ellipse 267">
              <a:extLst>
                <a:ext uri="{FF2B5EF4-FFF2-40B4-BE49-F238E27FC236}">
                  <a16:creationId xmlns:a16="http://schemas.microsoft.com/office/drawing/2014/main" id="{7D03F8C0-2D94-A9A4-45AA-E6DCD9A830D5}"/>
                </a:ext>
              </a:extLst>
            </p:cNvPr>
            <p:cNvSpPr/>
            <p:nvPr/>
          </p:nvSpPr>
          <p:spPr>
            <a:xfrm>
              <a:off x="4833962" y="3827653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656" name="Groupe 655">
            <a:extLst>
              <a:ext uri="{FF2B5EF4-FFF2-40B4-BE49-F238E27FC236}">
                <a16:creationId xmlns:a16="http://schemas.microsoft.com/office/drawing/2014/main" id="{54D57689-A53C-D71C-5286-44E2CC6F1AF8}"/>
              </a:ext>
            </a:extLst>
          </p:cNvPr>
          <p:cNvGrpSpPr/>
          <p:nvPr/>
        </p:nvGrpSpPr>
        <p:grpSpPr>
          <a:xfrm>
            <a:off x="8783467" y="4046584"/>
            <a:ext cx="341986" cy="895703"/>
            <a:chOff x="7081789" y="3470040"/>
            <a:chExt cx="341986" cy="895703"/>
          </a:xfrm>
        </p:grpSpPr>
        <p:sp>
          <p:nvSpPr>
            <p:cNvPr id="657" name="Rectangle 656">
              <a:extLst>
                <a:ext uri="{FF2B5EF4-FFF2-40B4-BE49-F238E27FC236}">
                  <a16:creationId xmlns:a16="http://schemas.microsoft.com/office/drawing/2014/main" id="{B0A98AF2-932B-A37C-6AD6-1C8D5B53C08B}"/>
                </a:ext>
              </a:extLst>
            </p:cNvPr>
            <p:cNvSpPr/>
            <p:nvPr/>
          </p:nvSpPr>
          <p:spPr>
            <a:xfrm>
              <a:off x="7081789" y="3470040"/>
              <a:ext cx="341986" cy="895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58" name="Ellipse 657">
              <a:extLst>
                <a:ext uri="{FF2B5EF4-FFF2-40B4-BE49-F238E27FC236}">
                  <a16:creationId xmlns:a16="http://schemas.microsoft.com/office/drawing/2014/main" id="{8C849007-0E5E-98D6-7785-4E2A129F5743}"/>
                </a:ext>
              </a:extLst>
            </p:cNvPr>
            <p:cNvSpPr/>
            <p:nvPr/>
          </p:nvSpPr>
          <p:spPr>
            <a:xfrm>
              <a:off x="7150186" y="3551883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59" name="Ellipse 658">
              <a:extLst>
                <a:ext uri="{FF2B5EF4-FFF2-40B4-BE49-F238E27FC236}">
                  <a16:creationId xmlns:a16="http://schemas.microsoft.com/office/drawing/2014/main" id="{5E905437-D71A-7B68-C53D-49C5B1F67BFF}"/>
                </a:ext>
              </a:extLst>
            </p:cNvPr>
            <p:cNvSpPr/>
            <p:nvPr/>
          </p:nvSpPr>
          <p:spPr>
            <a:xfrm>
              <a:off x="7150186" y="4098628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60" name="Ellipse 659">
              <a:extLst>
                <a:ext uri="{FF2B5EF4-FFF2-40B4-BE49-F238E27FC236}">
                  <a16:creationId xmlns:a16="http://schemas.microsoft.com/office/drawing/2014/main" id="{36B0AA14-7161-D1EB-D992-5303943A7291}"/>
                </a:ext>
              </a:extLst>
            </p:cNvPr>
            <p:cNvSpPr/>
            <p:nvPr/>
          </p:nvSpPr>
          <p:spPr>
            <a:xfrm>
              <a:off x="7150186" y="3825255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11F99130-4BF8-A369-86E9-CA82B863C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MLP over BERT Embedding (Refinement)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57AA8BD-853C-4ECA-3140-A03B15AC4CC2}"/>
              </a:ext>
            </a:extLst>
          </p:cNvPr>
          <p:cNvSpPr txBox="1"/>
          <p:nvPr/>
        </p:nvSpPr>
        <p:spPr>
          <a:xfrm rot="2053659">
            <a:off x="3549109" y="4358122"/>
            <a:ext cx="1199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i="1" noProof="0" dirty="0"/>
              <a:t>Dense 768x512</a:t>
            </a:r>
          </a:p>
        </p:txBody>
      </p:sp>
      <p:grpSp>
        <p:nvGrpSpPr>
          <p:cNvPr id="232" name="Groupe 231">
            <a:extLst>
              <a:ext uri="{FF2B5EF4-FFF2-40B4-BE49-F238E27FC236}">
                <a16:creationId xmlns:a16="http://schemas.microsoft.com/office/drawing/2014/main" id="{8F8FC7D5-8324-1C02-D044-21689089EB61}"/>
              </a:ext>
            </a:extLst>
          </p:cNvPr>
          <p:cNvGrpSpPr/>
          <p:nvPr/>
        </p:nvGrpSpPr>
        <p:grpSpPr>
          <a:xfrm>
            <a:off x="142660" y="2624046"/>
            <a:ext cx="2441723" cy="2724080"/>
            <a:chOff x="142660" y="2624046"/>
            <a:chExt cx="2441723" cy="2724080"/>
          </a:xfrm>
        </p:grpSpPr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67E327FC-D73D-1667-B41B-FE761C71A42B}"/>
                </a:ext>
              </a:extLst>
            </p:cNvPr>
            <p:cNvSpPr txBox="1"/>
            <p:nvPr/>
          </p:nvSpPr>
          <p:spPr>
            <a:xfrm>
              <a:off x="142660" y="4040055"/>
              <a:ext cx="80970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1000" i="1" noProof="0" dirty="0"/>
                <a:t>88 Batches</a:t>
              </a:r>
            </a:p>
          </p:txBody>
        </p:sp>
        <p:grpSp>
          <p:nvGrpSpPr>
            <p:cNvPr id="216" name="Groupe 215">
              <a:extLst>
                <a:ext uri="{FF2B5EF4-FFF2-40B4-BE49-F238E27FC236}">
                  <a16:creationId xmlns:a16="http://schemas.microsoft.com/office/drawing/2014/main" id="{0730C38E-D8D7-C47D-BB04-4D80A0A77B10}"/>
                </a:ext>
              </a:extLst>
            </p:cNvPr>
            <p:cNvGrpSpPr/>
            <p:nvPr/>
          </p:nvGrpSpPr>
          <p:grpSpPr>
            <a:xfrm>
              <a:off x="1035723" y="2984856"/>
              <a:ext cx="327884" cy="2325698"/>
              <a:chOff x="1100775" y="2639392"/>
              <a:chExt cx="327884" cy="2325698"/>
            </a:xfrm>
          </p:grpSpPr>
          <p:grpSp>
            <p:nvGrpSpPr>
              <p:cNvPr id="104" name="Groupe 103">
                <a:extLst>
                  <a:ext uri="{FF2B5EF4-FFF2-40B4-BE49-F238E27FC236}">
                    <a16:creationId xmlns:a16="http://schemas.microsoft.com/office/drawing/2014/main" id="{0D4767F0-D14C-A66B-C3F8-5F8B50594353}"/>
                  </a:ext>
                </a:extLst>
              </p:cNvPr>
              <p:cNvGrpSpPr/>
              <p:nvPr/>
            </p:nvGrpSpPr>
            <p:grpSpPr>
              <a:xfrm>
                <a:off x="1100775" y="3406749"/>
                <a:ext cx="327884" cy="790983"/>
                <a:chOff x="5486929" y="2522556"/>
                <a:chExt cx="643691" cy="1552830"/>
              </a:xfrm>
            </p:grpSpPr>
            <p:grpSp>
              <p:nvGrpSpPr>
                <p:cNvPr id="76" name="Groupe 75">
                  <a:extLst>
                    <a:ext uri="{FF2B5EF4-FFF2-40B4-BE49-F238E27FC236}">
                      <a16:creationId xmlns:a16="http://schemas.microsoft.com/office/drawing/2014/main" id="{6FC43A87-826E-C10E-820A-DEA8C704FE7F}"/>
                    </a:ext>
                  </a:extLst>
                </p:cNvPr>
                <p:cNvGrpSpPr/>
                <p:nvPr/>
              </p:nvGrpSpPr>
              <p:grpSpPr>
                <a:xfrm>
                  <a:off x="5486929" y="25225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AFD7B586-70CF-F98C-2896-18083142CCFC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9725A4D8-C249-BE8C-A8D2-5957654A40D4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1" name="Ellipse 40">
                    <a:extLst>
                      <a:ext uri="{FF2B5EF4-FFF2-40B4-BE49-F238E27FC236}">
                        <a16:creationId xmlns:a16="http://schemas.microsoft.com/office/drawing/2014/main" id="{4B7A8026-BA92-FD73-7742-F75174F38B3F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2" name="Ellipse 41">
                    <a:extLst>
                      <a:ext uri="{FF2B5EF4-FFF2-40B4-BE49-F238E27FC236}">
                        <a16:creationId xmlns:a16="http://schemas.microsoft.com/office/drawing/2014/main" id="{7E23F972-19FB-8DBB-E20B-82E6BF904F17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3" name="Ellipse 42">
                    <a:extLst>
                      <a:ext uri="{FF2B5EF4-FFF2-40B4-BE49-F238E27FC236}">
                        <a16:creationId xmlns:a16="http://schemas.microsoft.com/office/drawing/2014/main" id="{3CB614BE-AEF5-6D00-BAC1-B0A851FD114D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5" name="Ellipse 44">
                    <a:extLst>
                      <a:ext uri="{FF2B5EF4-FFF2-40B4-BE49-F238E27FC236}">
                        <a16:creationId xmlns:a16="http://schemas.microsoft.com/office/drawing/2014/main" id="{B95CC603-5601-58E6-CE77-4683EC4C03F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46" name="Ellipse 45">
                    <a:extLst>
                      <a:ext uri="{FF2B5EF4-FFF2-40B4-BE49-F238E27FC236}">
                        <a16:creationId xmlns:a16="http://schemas.microsoft.com/office/drawing/2014/main" id="{1F954952-CF48-6D05-0D1D-0FE66B687FD8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75" name="Ellipse 74">
                    <a:extLst>
                      <a:ext uri="{FF2B5EF4-FFF2-40B4-BE49-F238E27FC236}">
                        <a16:creationId xmlns:a16="http://schemas.microsoft.com/office/drawing/2014/main" id="{2DC2B496-FC1A-D2FF-7115-775FD8EA29AA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77" name="Groupe 76">
                  <a:extLst>
                    <a:ext uri="{FF2B5EF4-FFF2-40B4-BE49-F238E27FC236}">
                      <a16:creationId xmlns:a16="http://schemas.microsoft.com/office/drawing/2014/main" id="{A4316E29-D7DB-12C4-612D-27A7F19B0FAB}"/>
                    </a:ext>
                  </a:extLst>
                </p:cNvPr>
                <p:cNvGrpSpPr/>
                <p:nvPr/>
              </p:nvGrpSpPr>
              <p:grpSpPr>
                <a:xfrm>
                  <a:off x="5639329" y="26749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F2D44906-6927-8031-2330-AAA25A7F3CDC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79" name="Ellipse 78">
                    <a:extLst>
                      <a:ext uri="{FF2B5EF4-FFF2-40B4-BE49-F238E27FC236}">
                        <a16:creationId xmlns:a16="http://schemas.microsoft.com/office/drawing/2014/main" id="{C996667B-76DC-B18B-B7C0-CF97518B0506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0" name="Ellipse 79">
                    <a:extLst>
                      <a:ext uri="{FF2B5EF4-FFF2-40B4-BE49-F238E27FC236}">
                        <a16:creationId xmlns:a16="http://schemas.microsoft.com/office/drawing/2014/main" id="{56144139-B9F9-F9DC-E660-0F06FE2C3511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1" name="Ellipse 80">
                    <a:extLst>
                      <a:ext uri="{FF2B5EF4-FFF2-40B4-BE49-F238E27FC236}">
                        <a16:creationId xmlns:a16="http://schemas.microsoft.com/office/drawing/2014/main" id="{44D29CE6-7E10-F784-512E-58B5D3F648FA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2" name="Ellipse 81">
                    <a:extLst>
                      <a:ext uri="{FF2B5EF4-FFF2-40B4-BE49-F238E27FC236}">
                        <a16:creationId xmlns:a16="http://schemas.microsoft.com/office/drawing/2014/main" id="{29AD4339-A0BA-3C31-BFD1-CE3A0674E4F5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3" name="Ellipse 82">
                    <a:extLst>
                      <a:ext uri="{FF2B5EF4-FFF2-40B4-BE49-F238E27FC236}">
                        <a16:creationId xmlns:a16="http://schemas.microsoft.com/office/drawing/2014/main" id="{71D5EC53-A7DE-8F90-96A9-BDAE9C7C4B56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4" name="Ellipse 83">
                    <a:extLst>
                      <a:ext uri="{FF2B5EF4-FFF2-40B4-BE49-F238E27FC236}">
                        <a16:creationId xmlns:a16="http://schemas.microsoft.com/office/drawing/2014/main" id="{4993A73E-6D30-DA28-9F3A-668D11E6C6CB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5" name="Ellipse 84">
                    <a:extLst>
                      <a:ext uri="{FF2B5EF4-FFF2-40B4-BE49-F238E27FC236}">
                        <a16:creationId xmlns:a16="http://schemas.microsoft.com/office/drawing/2014/main" id="{6225E851-E6DF-953C-94CC-25D8035205C0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86" name="Groupe 85">
                  <a:extLst>
                    <a:ext uri="{FF2B5EF4-FFF2-40B4-BE49-F238E27FC236}">
                      <a16:creationId xmlns:a16="http://schemas.microsoft.com/office/drawing/2014/main" id="{1AC9C012-A723-AE25-0944-2A63E1B8CAA6}"/>
                    </a:ext>
                  </a:extLst>
                </p:cNvPr>
                <p:cNvGrpSpPr/>
                <p:nvPr/>
              </p:nvGrpSpPr>
              <p:grpSpPr>
                <a:xfrm>
                  <a:off x="5791729" y="28273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DE6FC57F-BE02-C7EA-9B2A-C45390AFD736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8" name="Ellipse 87">
                    <a:extLst>
                      <a:ext uri="{FF2B5EF4-FFF2-40B4-BE49-F238E27FC236}">
                        <a16:creationId xmlns:a16="http://schemas.microsoft.com/office/drawing/2014/main" id="{FD3CBC61-057B-D8EF-D540-A3E1185940AF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89" name="Ellipse 88">
                    <a:extLst>
                      <a:ext uri="{FF2B5EF4-FFF2-40B4-BE49-F238E27FC236}">
                        <a16:creationId xmlns:a16="http://schemas.microsoft.com/office/drawing/2014/main" id="{272E68FD-AE59-FA88-F738-FC11E5C451FE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0" name="Ellipse 89">
                    <a:extLst>
                      <a:ext uri="{FF2B5EF4-FFF2-40B4-BE49-F238E27FC236}">
                        <a16:creationId xmlns:a16="http://schemas.microsoft.com/office/drawing/2014/main" id="{77E17E4C-4FD5-AD8C-E101-ED802FAB4CA0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1" name="Ellipse 90">
                    <a:extLst>
                      <a:ext uri="{FF2B5EF4-FFF2-40B4-BE49-F238E27FC236}">
                        <a16:creationId xmlns:a16="http://schemas.microsoft.com/office/drawing/2014/main" id="{FE4DC775-AE4B-682E-81A4-6A50C91769BC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2" name="Ellipse 91">
                    <a:extLst>
                      <a:ext uri="{FF2B5EF4-FFF2-40B4-BE49-F238E27FC236}">
                        <a16:creationId xmlns:a16="http://schemas.microsoft.com/office/drawing/2014/main" id="{2AE32208-D831-7715-82E3-515FD004636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3" name="Ellipse 92">
                    <a:extLst>
                      <a:ext uri="{FF2B5EF4-FFF2-40B4-BE49-F238E27FC236}">
                        <a16:creationId xmlns:a16="http://schemas.microsoft.com/office/drawing/2014/main" id="{44613340-5AA6-E886-00E0-F43005E7C760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4" name="Ellipse 93">
                    <a:extLst>
                      <a:ext uri="{FF2B5EF4-FFF2-40B4-BE49-F238E27FC236}">
                        <a16:creationId xmlns:a16="http://schemas.microsoft.com/office/drawing/2014/main" id="{262DA8EC-7240-5C87-3254-449DC2E7FB0A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95" name="Groupe 94">
                  <a:extLst>
                    <a:ext uri="{FF2B5EF4-FFF2-40B4-BE49-F238E27FC236}">
                      <a16:creationId xmlns:a16="http://schemas.microsoft.com/office/drawing/2014/main" id="{E8AB06F5-6DDF-3E07-8B89-A491CB1EB0B5}"/>
                    </a:ext>
                  </a:extLst>
                </p:cNvPr>
                <p:cNvGrpSpPr/>
                <p:nvPr/>
              </p:nvGrpSpPr>
              <p:grpSpPr>
                <a:xfrm>
                  <a:off x="5944129" y="29797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46A5A285-E318-500F-8890-F011594449E8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7" name="Ellipse 96">
                    <a:extLst>
                      <a:ext uri="{FF2B5EF4-FFF2-40B4-BE49-F238E27FC236}">
                        <a16:creationId xmlns:a16="http://schemas.microsoft.com/office/drawing/2014/main" id="{5CC73280-4B3E-8BE2-A9CF-035C5AF2CFF5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8" name="Ellipse 97">
                    <a:extLst>
                      <a:ext uri="{FF2B5EF4-FFF2-40B4-BE49-F238E27FC236}">
                        <a16:creationId xmlns:a16="http://schemas.microsoft.com/office/drawing/2014/main" id="{715696CF-E2F7-E30C-ADCE-7F8B95765F48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99" name="Ellipse 98">
                    <a:extLst>
                      <a:ext uri="{FF2B5EF4-FFF2-40B4-BE49-F238E27FC236}">
                        <a16:creationId xmlns:a16="http://schemas.microsoft.com/office/drawing/2014/main" id="{B0F76F6A-093E-256D-AD32-9638A3EC9D83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00" name="Ellipse 99">
                    <a:extLst>
                      <a:ext uri="{FF2B5EF4-FFF2-40B4-BE49-F238E27FC236}">
                        <a16:creationId xmlns:a16="http://schemas.microsoft.com/office/drawing/2014/main" id="{5E750CD5-1100-F2E1-64EF-D6C735F81DF8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01" name="Ellipse 100">
                    <a:extLst>
                      <a:ext uri="{FF2B5EF4-FFF2-40B4-BE49-F238E27FC236}">
                        <a16:creationId xmlns:a16="http://schemas.microsoft.com/office/drawing/2014/main" id="{38A6DE96-4AB1-765A-7901-1ECBBABD9A98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02" name="Ellipse 101">
                    <a:extLst>
                      <a:ext uri="{FF2B5EF4-FFF2-40B4-BE49-F238E27FC236}">
                        <a16:creationId xmlns:a16="http://schemas.microsoft.com/office/drawing/2014/main" id="{5128BC49-7B37-0210-88C2-BE604407B94D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03" name="Ellipse 102">
                    <a:extLst>
                      <a:ext uri="{FF2B5EF4-FFF2-40B4-BE49-F238E27FC236}">
                        <a16:creationId xmlns:a16="http://schemas.microsoft.com/office/drawing/2014/main" id="{41546945-F229-25B0-F194-ABF909323CD6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</p:grpSp>
          <p:grpSp>
            <p:nvGrpSpPr>
              <p:cNvPr id="142" name="Groupe 141">
                <a:extLst>
                  <a:ext uri="{FF2B5EF4-FFF2-40B4-BE49-F238E27FC236}">
                    <a16:creationId xmlns:a16="http://schemas.microsoft.com/office/drawing/2014/main" id="{22A9112D-325D-93CF-B8D5-0C54213393B2}"/>
                  </a:ext>
                </a:extLst>
              </p:cNvPr>
              <p:cNvGrpSpPr/>
              <p:nvPr/>
            </p:nvGrpSpPr>
            <p:grpSpPr>
              <a:xfrm>
                <a:off x="1100775" y="2639392"/>
                <a:ext cx="327884" cy="790983"/>
                <a:chOff x="5486929" y="2522556"/>
                <a:chExt cx="643691" cy="1552830"/>
              </a:xfrm>
            </p:grpSpPr>
            <p:grpSp>
              <p:nvGrpSpPr>
                <p:cNvPr id="143" name="Groupe 142">
                  <a:extLst>
                    <a:ext uri="{FF2B5EF4-FFF2-40B4-BE49-F238E27FC236}">
                      <a16:creationId xmlns:a16="http://schemas.microsoft.com/office/drawing/2014/main" id="{9B461C00-F52D-8102-D21C-725312B43F71}"/>
                    </a:ext>
                  </a:extLst>
                </p:cNvPr>
                <p:cNvGrpSpPr/>
                <p:nvPr/>
              </p:nvGrpSpPr>
              <p:grpSpPr>
                <a:xfrm>
                  <a:off x="5486929" y="25225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71" name="Rectangle 170">
                    <a:extLst>
                      <a:ext uri="{FF2B5EF4-FFF2-40B4-BE49-F238E27FC236}">
                        <a16:creationId xmlns:a16="http://schemas.microsoft.com/office/drawing/2014/main" id="{432A1C44-B7E2-F5EB-3A6C-D98A7BD2F867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2" name="Ellipse 171">
                    <a:extLst>
                      <a:ext uri="{FF2B5EF4-FFF2-40B4-BE49-F238E27FC236}">
                        <a16:creationId xmlns:a16="http://schemas.microsoft.com/office/drawing/2014/main" id="{B52CEF75-7220-F07A-3031-D9D88F5901CE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3" name="Ellipse 172">
                    <a:extLst>
                      <a:ext uri="{FF2B5EF4-FFF2-40B4-BE49-F238E27FC236}">
                        <a16:creationId xmlns:a16="http://schemas.microsoft.com/office/drawing/2014/main" id="{891EC572-6B48-2F85-BBF3-75AFF861CCB9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4" name="Ellipse 173">
                    <a:extLst>
                      <a:ext uri="{FF2B5EF4-FFF2-40B4-BE49-F238E27FC236}">
                        <a16:creationId xmlns:a16="http://schemas.microsoft.com/office/drawing/2014/main" id="{E0EBCEA3-6106-AE02-7941-780C4A254655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5" name="Ellipse 174">
                    <a:extLst>
                      <a:ext uri="{FF2B5EF4-FFF2-40B4-BE49-F238E27FC236}">
                        <a16:creationId xmlns:a16="http://schemas.microsoft.com/office/drawing/2014/main" id="{3785F51D-6ACF-89B9-1642-8ABA0492199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6" name="Ellipse 175">
                    <a:extLst>
                      <a:ext uri="{FF2B5EF4-FFF2-40B4-BE49-F238E27FC236}">
                        <a16:creationId xmlns:a16="http://schemas.microsoft.com/office/drawing/2014/main" id="{757ACA65-2EA1-5AAD-A9D7-14A94C02C00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7" name="Ellipse 176">
                    <a:extLst>
                      <a:ext uri="{FF2B5EF4-FFF2-40B4-BE49-F238E27FC236}">
                        <a16:creationId xmlns:a16="http://schemas.microsoft.com/office/drawing/2014/main" id="{BB30BC0B-AF68-2E84-5062-5A3702553353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8" name="Ellipse 177">
                    <a:extLst>
                      <a:ext uri="{FF2B5EF4-FFF2-40B4-BE49-F238E27FC236}">
                        <a16:creationId xmlns:a16="http://schemas.microsoft.com/office/drawing/2014/main" id="{51003C6E-0AF8-764A-9F3F-852B71A67300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44" name="Groupe 143">
                  <a:extLst>
                    <a:ext uri="{FF2B5EF4-FFF2-40B4-BE49-F238E27FC236}">
                      <a16:creationId xmlns:a16="http://schemas.microsoft.com/office/drawing/2014/main" id="{8F51AC1A-F74A-B757-93B0-14B446728A57}"/>
                    </a:ext>
                  </a:extLst>
                </p:cNvPr>
                <p:cNvGrpSpPr/>
                <p:nvPr/>
              </p:nvGrpSpPr>
              <p:grpSpPr>
                <a:xfrm>
                  <a:off x="5639329" y="26749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63" name="Rectangle 162">
                    <a:extLst>
                      <a:ext uri="{FF2B5EF4-FFF2-40B4-BE49-F238E27FC236}">
                        <a16:creationId xmlns:a16="http://schemas.microsoft.com/office/drawing/2014/main" id="{F964A382-F1DB-5D16-00BA-2D7610BED9C0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4" name="Ellipse 163">
                    <a:extLst>
                      <a:ext uri="{FF2B5EF4-FFF2-40B4-BE49-F238E27FC236}">
                        <a16:creationId xmlns:a16="http://schemas.microsoft.com/office/drawing/2014/main" id="{D6891E1A-6D1F-5F10-28CE-D4814E25A2E5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5" name="Ellipse 164">
                    <a:extLst>
                      <a:ext uri="{FF2B5EF4-FFF2-40B4-BE49-F238E27FC236}">
                        <a16:creationId xmlns:a16="http://schemas.microsoft.com/office/drawing/2014/main" id="{CE69390A-F3D7-92FF-7EA0-B2A77C0229E4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6" name="Ellipse 165">
                    <a:extLst>
                      <a:ext uri="{FF2B5EF4-FFF2-40B4-BE49-F238E27FC236}">
                        <a16:creationId xmlns:a16="http://schemas.microsoft.com/office/drawing/2014/main" id="{FE807BF3-D2C0-0E64-EE25-1911D909B434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7" name="Ellipse 166">
                    <a:extLst>
                      <a:ext uri="{FF2B5EF4-FFF2-40B4-BE49-F238E27FC236}">
                        <a16:creationId xmlns:a16="http://schemas.microsoft.com/office/drawing/2014/main" id="{0A23DE33-6071-C237-0D6F-109BF23BCA56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8" name="Ellipse 167">
                    <a:extLst>
                      <a:ext uri="{FF2B5EF4-FFF2-40B4-BE49-F238E27FC236}">
                        <a16:creationId xmlns:a16="http://schemas.microsoft.com/office/drawing/2014/main" id="{B857A80B-8197-F0D3-137F-5991E43B39C6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9" name="Ellipse 168">
                    <a:extLst>
                      <a:ext uri="{FF2B5EF4-FFF2-40B4-BE49-F238E27FC236}">
                        <a16:creationId xmlns:a16="http://schemas.microsoft.com/office/drawing/2014/main" id="{1378A9CE-9D67-85CE-8FA2-CD21EFE8748F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70" name="Ellipse 169">
                    <a:extLst>
                      <a:ext uri="{FF2B5EF4-FFF2-40B4-BE49-F238E27FC236}">
                        <a16:creationId xmlns:a16="http://schemas.microsoft.com/office/drawing/2014/main" id="{0B9B7912-F3FD-9179-C914-60BF3A242DBD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45" name="Groupe 144">
                  <a:extLst>
                    <a:ext uri="{FF2B5EF4-FFF2-40B4-BE49-F238E27FC236}">
                      <a16:creationId xmlns:a16="http://schemas.microsoft.com/office/drawing/2014/main" id="{D34B03BC-D5DB-8465-CF1B-B464ABC0370E}"/>
                    </a:ext>
                  </a:extLst>
                </p:cNvPr>
                <p:cNvGrpSpPr/>
                <p:nvPr/>
              </p:nvGrpSpPr>
              <p:grpSpPr>
                <a:xfrm>
                  <a:off x="5791729" y="28273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55" name="Rectangle 154">
                    <a:extLst>
                      <a:ext uri="{FF2B5EF4-FFF2-40B4-BE49-F238E27FC236}">
                        <a16:creationId xmlns:a16="http://schemas.microsoft.com/office/drawing/2014/main" id="{B06C1F5E-7E0D-7743-E6BF-9D414BB29D56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6" name="Ellipse 155">
                    <a:extLst>
                      <a:ext uri="{FF2B5EF4-FFF2-40B4-BE49-F238E27FC236}">
                        <a16:creationId xmlns:a16="http://schemas.microsoft.com/office/drawing/2014/main" id="{974D0983-D16D-B611-6168-DDF478B7762E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7" name="Ellipse 156">
                    <a:extLst>
                      <a:ext uri="{FF2B5EF4-FFF2-40B4-BE49-F238E27FC236}">
                        <a16:creationId xmlns:a16="http://schemas.microsoft.com/office/drawing/2014/main" id="{D0D34F28-775A-7619-66A0-695A60448DEE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8" name="Ellipse 157">
                    <a:extLst>
                      <a:ext uri="{FF2B5EF4-FFF2-40B4-BE49-F238E27FC236}">
                        <a16:creationId xmlns:a16="http://schemas.microsoft.com/office/drawing/2014/main" id="{94C0ADDB-C779-3776-172E-B124D4430CE8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9" name="Ellipse 158">
                    <a:extLst>
                      <a:ext uri="{FF2B5EF4-FFF2-40B4-BE49-F238E27FC236}">
                        <a16:creationId xmlns:a16="http://schemas.microsoft.com/office/drawing/2014/main" id="{C058002B-2D4C-241A-0E29-DA2E0F8959D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0" name="Ellipse 159">
                    <a:extLst>
                      <a:ext uri="{FF2B5EF4-FFF2-40B4-BE49-F238E27FC236}">
                        <a16:creationId xmlns:a16="http://schemas.microsoft.com/office/drawing/2014/main" id="{45F8D2C6-8511-5566-EAC8-F60EDF538494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1" name="Ellipse 160">
                    <a:extLst>
                      <a:ext uri="{FF2B5EF4-FFF2-40B4-BE49-F238E27FC236}">
                        <a16:creationId xmlns:a16="http://schemas.microsoft.com/office/drawing/2014/main" id="{115CCFFF-7541-97FF-0822-7BE4EF080B17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62" name="Ellipse 161">
                    <a:extLst>
                      <a:ext uri="{FF2B5EF4-FFF2-40B4-BE49-F238E27FC236}">
                        <a16:creationId xmlns:a16="http://schemas.microsoft.com/office/drawing/2014/main" id="{610E0968-3F48-585F-B2FB-6ADC8DD5CC65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46" name="Groupe 145">
                  <a:extLst>
                    <a:ext uri="{FF2B5EF4-FFF2-40B4-BE49-F238E27FC236}">
                      <a16:creationId xmlns:a16="http://schemas.microsoft.com/office/drawing/2014/main" id="{6FCEB8A4-AA92-202F-6E38-573CA82A158C}"/>
                    </a:ext>
                  </a:extLst>
                </p:cNvPr>
                <p:cNvGrpSpPr/>
                <p:nvPr/>
              </p:nvGrpSpPr>
              <p:grpSpPr>
                <a:xfrm>
                  <a:off x="5944129" y="29797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DF578CEB-F769-AD33-C0EE-20401CB5DB7E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48" name="Ellipse 147">
                    <a:extLst>
                      <a:ext uri="{FF2B5EF4-FFF2-40B4-BE49-F238E27FC236}">
                        <a16:creationId xmlns:a16="http://schemas.microsoft.com/office/drawing/2014/main" id="{43E1A94A-47F7-7102-3EDB-FCF2F96767FE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49" name="Ellipse 148">
                    <a:extLst>
                      <a:ext uri="{FF2B5EF4-FFF2-40B4-BE49-F238E27FC236}">
                        <a16:creationId xmlns:a16="http://schemas.microsoft.com/office/drawing/2014/main" id="{8FE44113-7A27-68EC-ED82-830A98FE2D59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0" name="Ellipse 149">
                    <a:extLst>
                      <a:ext uri="{FF2B5EF4-FFF2-40B4-BE49-F238E27FC236}">
                        <a16:creationId xmlns:a16="http://schemas.microsoft.com/office/drawing/2014/main" id="{7A834F8B-6A2B-1C39-6EF6-8C982D5F0FBE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1" name="Ellipse 150">
                    <a:extLst>
                      <a:ext uri="{FF2B5EF4-FFF2-40B4-BE49-F238E27FC236}">
                        <a16:creationId xmlns:a16="http://schemas.microsoft.com/office/drawing/2014/main" id="{2BB00BBF-1CB3-A7E7-7FAB-7079D1AB6F2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2" name="Ellipse 151">
                    <a:extLst>
                      <a:ext uri="{FF2B5EF4-FFF2-40B4-BE49-F238E27FC236}">
                        <a16:creationId xmlns:a16="http://schemas.microsoft.com/office/drawing/2014/main" id="{9735A101-9917-4304-E0ED-807B99936DA1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3" name="Ellipse 152">
                    <a:extLst>
                      <a:ext uri="{FF2B5EF4-FFF2-40B4-BE49-F238E27FC236}">
                        <a16:creationId xmlns:a16="http://schemas.microsoft.com/office/drawing/2014/main" id="{FD1090D2-1C10-1249-66F7-12BB403DAD30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54" name="Ellipse 153">
                    <a:extLst>
                      <a:ext uri="{FF2B5EF4-FFF2-40B4-BE49-F238E27FC236}">
                        <a16:creationId xmlns:a16="http://schemas.microsoft.com/office/drawing/2014/main" id="{A1DA864C-D9E8-9137-7BD8-90E72A4C944E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</p:grpSp>
          <p:grpSp>
            <p:nvGrpSpPr>
              <p:cNvPr id="179" name="Groupe 178">
                <a:extLst>
                  <a:ext uri="{FF2B5EF4-FFF2-40B4-BE49-F238E27FC236}">
                    <a16:creationId xmlns:a16="http://schemas.microsoft.com/office/drawing/2014/main" id="{3BEE9F75-FA5F-B604-AFA0-8D4C606DBF61}"/>
                  </a:ext>
                </a:extLst>
              </p:cNvPr>
              <p:cNvGrpSpPr/>
              <p:nvPr/>
            </p:nvGrpSpPr>
            <p:grpSpPr>
              <a:xfrm>
                <a:off x="1100775" y="4174107"/>
                <a:ext cx="327884" cy="790983"/>
                <a:chOff x="5486929" y="2522556"/>
                <a:chExt cx="643691" cy="1552830"/>
              </a:xfrm>
            </p:grpSpPr>
            <p:grpSp>
              <p:nvGrpSpPr>
                <p:cNvPr id="180" name="Groupe 179">
                  <a:extLst>
                    <a:ext uri="{FF2B5EF4-FFF2-40B4-BE49-F238E27FC236}">
                      <a16:creationId xmlns:a16="http://schemas.microsoft.com/office/drawing/2014/main" id="{E7152B83-E4ED-EBCF-856B-32FC55708F1A}"/>
                    </a:ext>
                  </a:extLst>
                </p:cNvPr>
                <p:cNvGrpSpPr/>
                <p:nvPr/>
              </p:nvGrpSpPr>
              <p:grpSpPr>
                <a:xfrm>
                  <a:off x="5486929" y="25225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208" name="Rectangle 207">
                    <a:extLst>
                      <a:ext uri="{FF2B5EF4-FFF2-40B4-BE49-F238E27FC236}">
                        <a16:creationId xmlns:a16="http://schemas.microsoft.com/office/drawing/2014/main" id="{97845A24-7C3B-1D86-B25C-F859F28E7FFC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9" name="Ellipse 208">
                    <a:extLst>
                      <a:ext uri="{FF2B5EF4-FFF2-40B4-BE49-F238E27FC236}">
                        <a16:creationId xmlns:a16="http://schemas.microsoft.com/office/drawing/2014/main" id="{47A370A4-0FD3-6591-9B45-E2EB63EFCECF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0" name="Ellipse 209">
                    <a:extLst>
                      <a:ext uri="{FF2B5EF4-FFF2-40B4-BE49-F238E27FC236}">
                        <a16:creationId xmlns:a16="http://schemas.microsoft.com/office/drawing/2014/main" id="{3C683C4F-4D40-F75A-EC06-E79CF9568782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1" name="Ellipse 210">
                    <a:extLst>
                      <a:ext uri="{FF2B5EF4-FFF2-40B4-BE49-F238E27FC236}">
                        <a16:creationId xmlns:a16="http://schemas.microsoft.com/office/drawing/2014/main" id="{FAA7CACF-6E32-EC70-CEDF-AEF13A7BA426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2" name="Ellipse 211">
                    <a:extLst>
                      <a:ext uri="{FF2B5EF4-FFF2-40B4-BE49-F238E27FC236}">
                        <a16:creationId xmlns:a16="http://schemas.microsoft.com/office/drawing/2014/main" id="{69547C26-CB51-1367-2D01-F4177CD7C0C6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3" name="Ellipse 212">
                    <a:extLst>
                      <a:ext uri="{FF2B5EF4-FFF2-40B4-BE49-F238E27FC236}">
                        <a16:creationId xmlns:a16="http://schemas.microsoft.com/office/drawing/2014/main" id="{22ADDB23-B762-D1C4-1AFC-AF043040737B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4" name="Ellipse 213">
                    <a:extLst>
                      <a:ext uri="{FF2B5EF4-FFF2-40B4-BE49-F238E27FC236}">
                        <a16:creationId xmlns:a16="http://schemas.microsoft.com/office/drawing/2014/main" id="{58CE769E-59F4-6BB6-7601-444FC8AEB8BD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15" name="Ellipse 214">
                    <a:extLst>
                      <a:ext uri="{FF2B5EF4-FFF2-40B4-BE49-F238E27FC236}">
                        <a16:creationId xmlns:a16="http://schemas.microsoft.com/office/drawing/2014/main" id="{ACCBD189-3D18-2A71-0195-C70284153323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81" name="Groupe 180">
                  <a:extLst>
                    <a:ext uri="{FF2B5EF4-FFF2-40B4-BE49-F238E27FC236}">
                      <a16:creationId xmlns:a16="http://schemas.microsoft.com/office/drawing/2014/main" id="{A51959DB-5D6D-173D-833B-E67EE6C6D91B}"/>
                    </a:ext>
                  </a:extLst>
                </p:cNvPr>
                <p:cNvGrpSpPr/>
                <p:nvPr/>
              </p:nvGrpSpPr>
              <p:grpSpPr>
                <a:xfrm>
                  <a:off x="5639329" y="26749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200" name="Rectangle 199">
                    <a:extLst>
                      <a:ext uri="{FF2B5EF4-FFF2-40B4-BE49-F238E27FC236}">
                        <a16:creationId xmlns:a16="http://schemas.microsoft.com/office/drawing/2014/main" id="{84A256E7-E365-8E75-9D2F-14E0C847B175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1" name="Ellipse 200">
                    <a:extLst>
                      <a:ext uri="{FF2B5EF4-FFF2-40B4-BE49-F238E27FC236}">
                        <a16:creationId xmlns:a16="http://schemas.microsoft.com/office/drawing/2014/main" id="{220D94B4-27EB-1CAE-B27F-C7D0913DF3A4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2" name="Ellipse 201">
                    <a:extLst>
                      <a:ext uri="{FF2B5EF4-FFF2-40B4-BE49-F238E27FC236}">
                        <a16:creationId xmlns:a16="http://schemas.microsoft.com/office/drawing/2014/main" id="{ED22A610-93B2-DAFF-6AC6-F73181CFFB7A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3" name="Ellipse 202">
                    <a:extLst>
                      <a:ext uri="{FF2B5EF4-FFF2-40B4-BE49-F238E27FC236}">
                        <a16:creationId xmlns:a16="http://schemas.microsoft.com/office/drawing/2014/main" id="{668530C7-C6F1-6C98-F86A-93ED9FA565DF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4" name="Ellipse 203">
                    <a:extLst>
                      <a:ext uri="{FF2B5EF4-FFF2-40B4-BE49-F238E27FC236}">
                        <a16:creationId xmlns:a16="http://schemas.microsoft.com/office/drawing/2014/main" id="{14F55C9F-6C83-B5A3-8A0B-99A441F0A1E3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5" name="Ellipse 204">
                    <a:extLst>
                      <a:ext uri="{FF2B5EF4-FFF2-40B4-BE49-F238E27FC236}">
                        <a16:creationId xmlns:a16="http://schemas.microsoft.com/office/drawing/2014/main" id="{F00C61DA-9CA4-AD87-4135-B74D83463F7E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6" name="Ellipse 205">
                    <a:extLst>
                      <a:ext uri="{FF2B5EF4-FFF2-40B4-BE49-F238E27FC236}">
                        <a16:creationId xmlns:a16="http://schemas.microsoft.com/office/drawing/2014/main" id="{1F400CB8-9AB8-B83C-D222-ABDF55C032A9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207" name="Ellipse 206">
                    <a:extLst>
                      <a:ext uri="{FF2B5EF4-FFF2-40B4-BE49-F238E27FC236}">
                        <a16:creationId xmlns:a16="http://schemas.microsoft.com/office/drawing/2014/main" id="{6C2BB759-549B-BE5D-780F-F22AC4C8F54C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82" name="Groupe 181">
                  <a:extLst>
                    <a:ext uri="{FF2B5EF4-FFF2-40B4-BE49-F238E27FC236}">
                      <a16:creationId xmlns:a16="http://schemas.microsoft.com/office/drawing/2014/main" id="{6DDD1113-CFED-B768-CF9C-1EFE86266967}"/>
                    </a:ext>
                  </a:extLst>
                </p:cNvPr>
                <p:cNvGrpSpPr/>
                <p:nvPr/>
              </p:nvGrpSpPr>
              <p:grpSpPr>
                <a:xfrm>
                  <a:off x="5791729" y="28273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2A3AECCA-9242-2C56-B806-1C49C6C64AB1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3" name="Ellipse 192">
                    <a:extLst>
                      <a:ext uri="{FF2B5EF4-FFF2-40B4-BE49-F238E27FC236}">
                        <a16:creationId xmlns:a16="http://schemas.microsoft.com/office/drawing/2014/main" id="{25E3F7D1-3187-01B1-E517-A6BF4D2DF534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4" name="Ellipse 193">
                    <a:extLst>
                      <a:ext uri="{FF2B5EF4-FFF2-40B4-BE49-F238E27FC236}">
                        <a16:creationId xmlns:a16="http://schemas.microsoft.com/office/drawing/2014/main" id="{09656CA9-9733-B57C-BEF0-E2D4273251DC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5" name="Ellipse 194">
                    <a:extLst>
                      <a:ext uri="{FF2B5EF4-FFF2-40B4-BE49-F238E27FC236}">
                        <a16:creationId xmlns:a16="http://schemas.microsoft.com/office/drawing/2014/main" id="{026FBE07-D729-29A6-A9DE-D01121693BAB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6" name="Ellipse 195">
                    <a:extLst>
                      <a:ext uri="{FF2B5EF4-FFF2-40B4-BE49-F238E27FC236}">
                        <a16:creationId xmlns:a16="http://schemas.microsoft.com/office/drawing/2014/main" id="{19D046E1-5CDB-A5B6-874F-282BD89AB29A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7" name="Ellipse 196">
                    <a:extLst>
                      <a:ext uri="{FF2B5EF4-FFF2-40B4-BE49-F238E27FC236}">
                        <a16:creationId xmlns:a16="http://schemas.microsoft.com/office/drawing/2014/main" id="{2440DD16-F5A6-58C4-9E57-8790FD12C81C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8" name="Ellipse 197">
                    <a:extLst>
                      <a:ext uri="{FF2B5EF4-FFF2-40B4-BE49-F238E27FC236}">
                        <a16:creationId xmlns:a16="http://schemas.microsoft.com/office/drawing/2014/main" id="{2A479A0E-0E96-B7C8-9094-2C148067690E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9" name="Ellipse 198">
                    <a:extLst>
                      <a:ext uri="{FF2B5EF4-FFF2-40B4-BE49-F238E27FC236}">
                        <a16:creationId xmlns:a16="http://schemas.microsoft.com/office/drawing/2014/main" id="{93D5F190-2FCD-908B-AF2C-D37F4B164448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  <p:grpSp>
              <p:nvGrpSpPr>
                <p:cNvPr id="183" name="Groupe 182">
                  <a:extLst>
                    <a:ext uri="{FF2B5EF4-FFF2-40B4-BE49-F238E27FC236}">
                      <a16:creationId xmlns:a16="http://schemas.microsoft.com/office/drawing/2014/main" id="{14D10EFD-086E-7B6A-DA35-0473F1315713}"/>
                    </a:ext>
                  </a:extLst>
                </p:cNvPr>
                <p:cNvGrpSpPr/>
                <p:nvPr/>
              </p:nvGrpSpPr>
              <p:grpSpPr>
                <a:xfrm>
                  <a:off x="5944129" y="2979756"/>
                  <a:ext cx="186491" cy="1095630"/>
                  <a:chOff x="5486929" y="2522556"/>
                  <a:chExt cx="186491" cy="1095630"/>
                </a:xfrm>
              </p:grpSpPr>
              <p:sp>
                <p:nvSpPr>
                  <p:cNvPr id="184" name="Rectangle 183">
                    <a:extLst>
                      <a:ext uri="{FF2B5EF4-FFF2-40B4-BE49-F238E27FC236}">
                        <a16:creationId xmlns:a16="http://schemas.microsoft.com/office/drawing/2014/main" id="{959ADE03-797F-4EE8-DCD5-F00DBF452740}"/>
                      </a:ext>
                    </a:extLst>
                  </p:cNvPr>
                  <p:cNvSpPr/>
                  <p:nvPr/>
                </p:nvSpPr>
                <p:spPr>
                  <a:xfrm>
                    <a:off x="5486929" y="2522556"/>
                    <a:ext cx="186491" cy="109563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85" name="Ellipse 184">
                    <a:extLst>
                      <a:ext uri="{FF2B5EF4-FFF2-40B4-BE49-F238E27FC236}">
                        <a16:creationId xmlns:a16="http://schemas.microsoft.com/office/drawing/2014/main" id="{2D502ECB-2E24-70D9-396B-3858117A00BD}"/>
                      </a:ext>
                    </a:extLst>
                  </p:cNvPr>
                  <p:cNvSpPr/>
                  <p:nvPr/>
                </p:nvSpPr>
                <p:spPr>
                  <a:xfrm>
                    <a:off x="5524227" y="25714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86" name="Ellipse 185">
                    <a:extLst>
                      <a:ext uri="{FF2B5EF4-FFF2-40B4-BE49-F238E27FC236}">
                        <a16:creationId xmlns:a16="http://schemas.microsoft.com/office/drawing/2014/main" id="{521EF58F-D6CA-7D77-8394-B090D804F296}"/>
                      </a:ext>
                    </a:extLst>
                  </p:cNvPr>
                  <p:cNvSpPr/>
                  <p:nvPr/>
                </p:nvSpPr>
                <p:spPr>
                  <a:xfrm>
                    <a:off x="5524227" y="27205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87" name="Ellipse 186">
                    <a:extLst>
                      <a:ext uri="{FF2B5EF4-FFF2-40B4-BE49-F238E27FC236}">
                        <a16:creationId xmlns:a16="http://schemas.microsoft.com/office/drawing/2014/main" id="{3D3F0A20-DB55-4A3A-8FF4-80F02801055C}"/>
                      </a:ext>
                    </a:extLst>
                  </p:cNvPr>
                  <p:cNvSpPr/>
                  <p:nvPr/>
                </p:nvSpPr>
                <p:spPr>
                  <a:xfrm>
                    <a:off x="5524227" y="286963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88" name="Ellipse 187">
                    <a:extLst>
                      <a:ext uri="{FF2B5EF4-FFF2-40B4-BE49-F238E27FC236}">
                        <a16:creationId xmlns:a16="http://schemas.microsoft.com/office/drawing/2014/main" id="{A8C600B2-7916-AAD1-B18E-73C58584D95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31686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89" name="Ellipse 188">
                    <a:extLst>
                      <a:ext uri="{FF2B5EF4-FFF2-40B4-BE49-F238E27FC236}">
                        <a16:creationId xmlns:a16="http://schemas.microsoft.com/office/drawing/2014/main" id="{64A40134-2788-10CE-757A-A674FC856E11}"/>
                      </a:ext>
                    </a:extLst>
                  </p:cNvPr>
                  <p:cNvSpPr/>
                  <p:nvPr/>
                </p:nvSpPr>
                <p:spPr>
                  <a:xfrm>
                    <a:off x="5524227" y="3465939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0" name="Ellipse 189">
                    <a:extLst>
                      <a:ext uri="{FF2B5EF4-FFF2-40B4-BE49-F238E27FC236}">
                        <a16:creationId xmlns:a16="http://schemas.microsoft.com/office/drawing/2014/main" id="{44A042A3-6E60-03E3-78ED-DB242AB13B1D}"/>
                      </a:ext>
                    </a:extLst>
                  </p:cNvPr>
                  <p:cNvSpPr/>
                  <p:nvPr/>
                </p:nvSpPr>
                <p:spPr>
                  <a:xfrm>
                    <a:off x="5524227" y="3167787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  <p:sp>
                <p:nvSpPr>
                  <p:cNvPr id="191" name="Ellipse 190">
                    <a:extLst>
                      <a:ext uri="{FF2B5EF4-FFF2-40B4-BE49-F238E27FC236}">
                        <a16:creationId xmlns:a16="http://schemas.microsoft.com/office/drawing/2014/main" id="{92B8781E-9393-2897-3567-2A3F0D164692}"/>
                      </a:ext>
                    </a:extLst>
                  </p:cNvPr>
                  <p:cNvSpPr/>
                  <p:nvPr/>
                </p:nvSpPr>
                <p:spPr>
                  <a:xfrm>
                    <a:off x="5524227" y="3018712"/>
                    <a:ext cx="111894" cy="1118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noProof="0" dirty="0"/>
                  </a:p>
                </p:txBody>
              </p:sp>
            </p:grpSp>
          </p:grpSp>
        </p:grpSp>
        <p:sp>
          <p:nvSpPr>
            <p:cNvPr id="217" name="Accolade fermante 216">
              <a:extLst>
                <a:ext uri="{FF2B5EF4-FFF2-40B4-BE49-F238E27FC236}">
                  <a16:creationId xmlns:a16="http://schemas.microsoft.com/office/drawing/2014/main" id="{1EACD3B1-D708-7BD0-5016-E7A4D3D3CF6D}"/>
                </a:ext>
              </a:extLst>
            </p:cNvPr>
            <p:cNvSpPr/>
            <p:nvPr/>
          </p:nvSpPr>
          <p:spPr>
            <a:xfrm>
              <a:off x="1382357" y="3230515"/>
              <a:ext cx="112956" cy="54007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18" name="ZoneTexte 217">
              <a:extLst>
                <a:ext uri="{FF2B5EF4-FFF2-40B4-BE49-F238E27FC236}">
                  <a16:creationId xmlns:a16="http://schemas.microsoft.com/office/drawing/2014/main" id="{5208411B-B36C-F632-C124-4B2D824F3129}"/>
                </a:ext>
              </a:extLst>
            </p:cNvPr>
            <p:cNvSpPr txBox="1"/>
            <p:nvPr/>
          </p:nvSpPr>
          <p:spPr>
            <a:xfrm>
              <a:off x="1460357" y="3300495"/>
              <a:ext cx="11240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i="1" noProof="0" dirty="0"/>
                <a:t>BERT Embedding</a:t>
              </a:r>
            </a:p>
            <a:p>
              <a:r>
                <a:rPr lang="en-GB" sz="1000" i="1" noProof="0" dirty="0"/>
                <a:t>Dim 768</a:t>
              </a:r>
            </a:p>
          </p:txBody>
        </p:sp>
        <p:sp>
          <p:nvSpPr>
            <p:cNvPr id="219" name="Accolade fermante 218">
              <a:extLst>
                <a:ext uri="{FF2B5EF4-FFF2-40B4-BE49-F238E27FC236}">
                  <a16:creationId xmlns:a16="http://schemas.microsoft.com/office/drawing/2014/main" id="{1FE7CCBB-55F7-BBD1-411A-0187F11BB357}"/>
                </a:ext>
              </a:extLst>
            </p:cNvPr>
            <p:cNvSpPr/>
            <p:nvPr/>
          </p:nvSpPr>
          <p:spPr>
            <a:xfrm rot="16200000">
              <a:off x="1143188" y="2734527"/>
              <a:ext cx="112956" cy="34198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21" name="ZoneTexte 220">
              <a:extLst>
                <a:ext uri="{FF2B5EF4-FFF2-40B4-BE49-F238E27FC236}">
                  <a16:creationId xmlns:a16="http://schemas.microsoft.com/office/drawing/2014/main" id="{CE3908A0-B9CF-B462-ABA1-A09F93F65D27}"/>
                </a:ext>
              </a:extLst>
            </p:cNvPr>
            <p:cNvSpPr txBox="1"/>
            <p:nvPr/>
          </p:nvSpPr>
          <p:spPr>
            <a:xfrm>
              <a:off x="640858" y="2624046"/>
              <a:ext cx="11176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000" i="1" noProof="0" dirty="0"/>
                <a:t>Batch of size 100</a:t>
              </a:r>
            </a:p>
          </p:txBody>
        </p:sp>
        <p:sp>
          <p:nvSpPr>
            <p:cNvPr id="222" name="Accolade fermante 221">
              <a:extLst>
                <a:ext uri="{FF2B5EF4-FFF2-40B4-BE49-F238E27FC236}">
                  <a16:creationId xmlns:a16="http://schemas.microsoft.com/office/drawing/2014/main" id="{B8302FC7-D702-09CD-3060-DBD4C2349127}"/>
                </a:ext>
              </a:extLst>
            </p:cNvPr>
            <p:cNvSpPr/>
            <p:nvPr/>
          </p:nvSpPr>
          <p:spPr>
            <a:xfrm flipH="1">
              <a:off x="895887" y="2978206"/>
              <a:ext cx="112956" cy="236992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25" name="Groupe 224">
            <a:extLst>
              <a:ext uri="{FF2B5EF4-FFF2-40B4-BE49-F238E27FC236}">
                <a16:creationId xmlns:a16="http://schemas.microsoft.com/office/drawing/2014/main" id="{28FF577F-31FA-88D4-EECF-F8081729A205}"/>
              </a:ext>
            </a:extLst>
          </p:cNvPr>
          <p:cNvGrpSpPr/>
          <p:nvPr/>
        </p:nvGrpSpPr>
        <p:grpSpPr>
          <a:xfrm>
            <a:off x="3033231" y="3701220"/>
            <a:ext cx="569733" cy="569733"/>
            <a:chOff x="2255921" y="2881563"/>
            <a:chExt cx="385011" cy="385011"/>
          </a:xfrm>
        </p:grpSpPr>
        <p:sp>
          <p:nvSpPr>
            <p:cNvPr id="226" name="Ellipse 225">
              <a:extLst>
                <a:ext uri="{FF2B5EF4-FFF2-40B4-BE49-F238E27FC236}">
                  <a16:creationId xmlns:a16="http://schemas.microsoft.com/office/drawing/2014/main" id="{B63EA950-16D2-C357-5C6E-066632803EFA}"/>
                </a:ext>
              </a:extLst>
            </p:cNvPr>
            <p:cNvSpPr/>
            <p:nvPr/>
          </p:nvSpPr>
          <p:spPr>
            <a:xfrm>
              <a:off x="2255921" y="2881563"/>
              <a:ext cx="385011" cy="38501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27" name="Ellipse 226">
              <a:extLst>
                <a:ext uri="{FF2B5EF4-FFF2-40B4-BE49-F238E27FC236}">
                  <a16:creationId xmlns:a16="http://schemas.microsoft.com/office/drawing/2014/main" id="{F86D6F2A-D81F-9126-0C1E-1B22FBE801AE}"/>
                </a:ext>
              </a:extLst>
            </p:cNvPr>
            <p:cNvSpPr/>
            <p:nvPr/>
          </p:nvSpPr>
          <p:spPr>
            <a:xfrm>
              <a:off x="2298032" y="2923674"/>
              <a:ext cx="300789" cy="300789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228" name="Connecteur droit avec flèche 227">
            <a:extLst>
              <a:ext uri="{FF2B5EF4-FFF2-40B4-BE49-F238E27FC236}">
                <a16:creationId xmlns:a16="http://schemas.microsoft.com/office/drawing/2014/main" id="{C569552B-37B2-6900-D059-864ED540BF38}"/>
              </a:ext>
            </a:extLst>
          </p:cNvPr>
          <p:cNvCxnSpPr>
            <a:cxnSpLocks/>
            <a:endCxn id="226" idx="2"/>
          </p:cNvCxnSpPr>
          <p:nvPr/>
        </p:nvCxnSpPr>
        <p:spPr>
          <a:xfrm>
            <a:off x="1613622" y="3986086"/>
            <a:ext cx="1419609" cy="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ZoneTexte 235">
            <a:extLst>
              <a:ext uri="{FF2B5EF4-FFF2-40B4-BE49-F238E27FC236}">
                <a16:creationId xmlns:a16="http://schemas.microsoft.com/office/drawing/2014/main" id="{3803C2EE-A14C-96B9-6631-3A924053F296}"/>
              </a:ext>
            </a:extLst>
          </p:cNvPr>
          <p:cNvSpPr txBox="1"/>
          <p:nvPr/>
        </p:nvSpPr>
        <p:spPr>
          <a:xfrm>
            <a:off x="2908489" y="3401994"/>
            <a:ext cx="819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noProof="0" dirty="0"/>
              <a:t>Shuffle</a:t>
            </a:r>
            <a:endParaRPr lang="en-GB" noProof="0" dirty="0"/>
          </a:p>
        </p:txBody>
      </p:sp>
      <p:cxnSp>
        <p:nvCxnSpPr>
          <p:cNvPr id="237" name="Connecteur droit avec flèche 236">
            <a:extLst>
              <a:ext uri="{FF2B5EF4-FFF2-40B4-BE49-F238E27FC236}">
                <a16:creationId xmlns:a16="http://schemas.microsoft.com/office/drawing/2014/main" id="{365CCB4F-20C2-6E87-29D3-24B3CA940D0A}"/>
              </a:ext>
            </a:extLst>
          </p:cNvPr>
          <p:cNvCxnSpPr>
            <a:cxnSpLocks/>
            <a:stCxn id="226" idx="6"/>
            <a:endCxn id="263" idx="2"/>
          </p:cNvCxnSpPr>
          <p:nvPr/>
        </p:nvCxnSpPr>
        <p:spPr>
          <a:xfrm flipV="1">
            <a:off x="3602964" y="3398825"/>
            <a:ext cx="1159067" cy="58726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eur droit avec flèche 239">
            <a:extLst>
              <a:ext uri="{FF2B5EF4-FFF2-40B4-BE49-F238E27FC236}">
                <a16:creationId xmlns:a16="http://schemas.microsoft.com/office/drawing/2014/main" id="{D87CCD08-5774-86C3-4392-333D47A13F62}"/>
              </a:ext>
            </a:extLst>
          </p:cNvPr>
          <p:cNvCxnSpPr>
            <a:cxnSpLocks/>
            <a:stCxn id="226" idx="6"/>
            <a:endCxn id="262" idx="2"/>
          </p:cNvCxnSpPr>
          <p:nvPr/>
        </p:nvCxnSpPr>
        <p:spPr>
          <a:xfrm flipV="1">
            <a:off x="3602964" y="3125452"/>
            <a:ext cx="1159067" cy="86063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avec flèche 242">
            <a:extLst>
              <a:ext uri="{FF2B5EF4-FFF2-40B4-BE49-F238E27FC236}">
                <a16:creationId xmlns:a16="http://schemas.microsoft.com/office/drawing/2014/main" id="{52CDEDF2-55BE-DE7D-534C-5AFC48185227}"/>
              </a:ext>
            </a:extLst>
          </p:cNvPr>
          <p:cNvCxnSpPr>
            <a:cxnSpLocks/>
            <a:stCxn id="226" idx="6"/>
            <a:endCxn id="264" idx="2"/>
          </p:cNvCxnSpPr>
          <p:nvPr/>
        </p:nvCxnSpPr>
        <p:spPr>
          <a:xfrm flipV="1">
            <a:off x="3602964" y="3672198"/>
            <a:ext cx="1159067" cy="31388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eur droit avec flèche 245">
            <a:extLst>
              <a:ext uri="{FF2B5EF4-FFF2-40B4-BE49-F238E27FC236}">
                <a16:creationId xmlns:a16="http://schemas.microsoft.com/office/drawing/2014/main" id="{E9160B52-65A1-92E0-A671-5D91473AE599}"/>
              </a:ext>
            </a:extLst>
          </p:cNvPr>
          <p:cNvCxnSpPr>
            <a:cxnSpLocks/>
            <a:stCxn id="226" idx="6"/>
            <a:endCxn id="268" idx="2"/>
          </p:cNvCxnSpPr>
          <p:nvPr/>
        </p:nvCxnSpPr>
        <p:spPr>
          <a:xfrm flipV="1">
            <a:off x="3602964" y="3945571"/>
            <a:ext cx="1159067" cy="4051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eur droit avec flèche 248">
            <a:extLst>
              <a:ext uri="{FF2B5EF4-FFF2-40B4-BE49-F238E27FC236}">
                <a16:creationId xmlns:a16="http://schemas.microsoft.com/office/drawing/2014/main" id="{E1CC3011-01BB-77AE-E4BB-04824201587B}"/>
              </a:ext>
            </a:extLst>
          </p:cNvPr>
          <p:cNvCxnSpPr>
            <a:cxnSpLocks/>
            <a:stCxn id="226" idx="6"/>
            <a:endCxn id="267" idx="2"/>
          </p:cNvCxnSpPr>
          <p:nvPr/>
        </p:nvCxnSpPr>
        <p:spPr>
          <a:xfrm>
            <a:off x="3602964" y="3986087"/>
            <a:ext cx="1159067" cy="23285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eur droit avec flèche 251">
            <a:extLst>
              <a:ext uri="{FF2B5EF4-FFF2-40B4-BE49-F238E27FC236}">
                <a16:creationId xmlns:a16="http://schemas.microsoft.com/office/drawing/2014/main" id="{B8C2BF4D-3AF0-634B-69A8-B47B42EED7EE}"/>
              </a:ext>
            </a:extLst>
          </p:cNvPr>
          <p:cNvCxnSpPr>
            <a:cxnSpLocks/>
            <a:stCxn id="226" idx="6"/>
            <a:endCxn id="265" idx="2"/>
          </p:cNvCxnSpPr>
          <p:nvPr/>
        </p:nvCxnSpPr>
        <p:spPr>
          <a:xfrm>
            <a:off x="3602964" y="3986087"/>
            <a:ext cx="1159067" cy="50622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eur droit avec flèche 254">
            <a:extLst>
              <a:ext uri="{FF2B5EF4-FFF2-40B4-BE49-F238E27FC236}">
                <a16:creationId xmlns:a16="http://schemas.microsoft.com/office/drawing/2014/main" id="{5CEC60EA-E178-F229-AB3D-F66BD51B09E5}"/>
              </a:ext>
            </a:extLst>
          </p:cNvPr>
          <p:cNvCxnSpPr>
            <a:cxnSpLocks/>
            <a:stCxn id="226" idx="6"/>
            <a:endCxn id="266" idx="2"/>
          </p:cNvCxnSpPr>
          <p:nvPr/>
        </p:nvCxnSpPr>
        <p:spPr>
          <a:xfrm>
            <a:off x="3602964" y="3986087"/>
            <a:ext cx="1159067" cy="77960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5" name="Groupe 474">
            <a:extLst>
              <a:ext uri="{FF2B5EF4-FFF2-40B4-BE49-F238E27FC236}">
                <a16:creationId xmlns:a16="http://schemas.microsoft.com/office/drawing/2014/main" id="{4AA4728E-9A9B-6C5F-BDA1-43F42623DF90}"/>
              </a:ext>
            </a:extLst>
          </p:cNvPr>
          <p:cNvGrpSpPr/>
          <p:nvPr/>
        </p:nvGrpSpPr>
        <p:grpSpPr>
          <a:xfrm>
            <a:off x="6149872" y="4046584"/>
            <a:ext cx="341986" cy="895703"/>
            <a:chOff x="7081789" y="3470040"/>
            <a:chExt cx="341986" cy="895703"/>
          </a:xfrm>
        </p:grpSpPr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00EAA27C-99AC-F796-FB42-F056E5804553}"/>
                </a:ext>
              </a:extLst>
            </p:cNvPr>
            <p:cNvSpPr/>
            <p:nvPr/>
          </p:nvSpPr>
          <p:spPr>
            <a:xfrm>
              <a:off x="7081789" y="3470040"/>
              <a:ext cx="341986" cy="895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21" name="Ellipse 420">
              <a:extLst>
                <a:ext uri="{FF2B5EF4-FFF2-40B4-BE49-F238E27FC236}">
                  <a16:creationId xmlns:a16="http://schemas.microsoft.com/office/drawing/2014/main" id="{A58149BB-381E-25F0-B097-838B6798F43C}"/>
                </a:ext>
              </a:extLst>
            </p:cNvPr>
            <p:cNvSpPr/>
            <p:nvPr/>
          </p:nvSpPr>
          <p:spPr>
            <a:xfrm>
              <a:off x="7150186" y="3551883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24" name="Ellipse 423">
              <a:extLst>
                <a:ext uri="{FF2B5EF4-FFF2-40B4-BE49-F238E27FC236}">
                  <a16:creationId xmlns:a16="http://schemas.microsoft.com/office/drawing/2014/main" id="{4F8D3877-519F-15ED-1356-7179443520CC}"/>
                </a:ext>
              </a:extLst>
            </p:cNvPr>
            <p:cNvSpPr/>
            <p:nvPr/>
          </p:nvSpPr>
          <p:spPr>
            <a:xfrm>
              <a:off x="7150186" y="4098628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25" name="Ellipse 424">
              <a:extLst>
                <a:ext uri="{FF2B5EF4-FFF2-40B4-BE49-F238E27FC236}">
                  <a16:creationId xmlns:a16="http://schemas.microsoft.com/office/drawing/2014/main" id="{3DD1B3FD-EDAB-D8AD-D819-C44B13A30504}"/>
                </a:ext>
              </a:extLst>
            </p:cNvPr>
            <p:cNvSpPr/>
            <p:nvPr/>
          </p:nvSpPr>
          <p:spPr>
            <a:xfrm>
              <a:off x="7150186" y="3825255"/>
              <a:ext cx="205190" cy="205190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476" name="Connecteur droit avec flèche 475">
            <a:extLst>
              <a:ext uri="{FF2B5EF4-FFF2-40B4-BE49-F238E27FC236}">
                <a16:creationId xmlns:a16="http://schemas.microsoft.com/office/drawing/2014/main" id="{CDA710D8-46BB-D915-C4E7-6C1918A5A529}"/>
              </a:ext>
            </a:extLst>
          </p:cNvPr>
          <p:cNvCxnSpPr>
            <a:cxnSpLocks/>
            <a:stCxn id="262" idx="6"/>
            <a:endCxn id="421" idx="2"/>
          </p:cNvCxnSpPr>
          <p:nvPr/>
        </p:nvCxnSpPr>
        <p:spPr>
          <a:xfrm>
            <a:off x="4967221" y="3125452"/>
            <a:ext cx="1251048" cy="110557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eur droit avec flèche 478">
            <a:extLst>
              <a:ext uri="{FF2B5EF4-FFF2-40B4-BE49-F238E27FC236}">
                <a16:creationId xmlns:a16="http://schemas.microsoft.com/office/drawing/2014/main" id="{50689A76-9601-687A-71D2-C6AB327279BD}"/>
              </a:ext>
            </a:extLst>
          </p:cNvPr>
          <p:cNvCxnSpPr>
            <a:cxnSpLocks/>
            <a:stCxn id="263" idx="6"/>
            <a:endCxn id="421" idx="2"/>
          </p:cNvCxnSpPr>
          <p:nvPr/>
        </p:nvCxnSpPr>
        <p:spPr>
          <a:xfrm>
            <a:off x="4967221" y="3398825"/>
            <a:ext cx="1251048" cy="83219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eur droit avec flèche 481">
            <a:extLst>
              <a:ext uri="{FF2B5EF4-FFF2-40B4-BE49-F238E27FC236}">
                <a16:creationId xmlns:a16="http://schemas.microsoft.com/office/drawing/2014/main" id="{849A3D0C-AC35-56C5-BFAB-B35FE9441A41}"/>
              </a:ext>
            </a:extLst>
          </p:cNvPr>
          <p:cNvCxnSpPr>
            <a:cxnSpLocks/>
            <a:stCxn id="264" idx="6"/>
            <a:endCxn id="421" idx="2"/>
          </p:cNvCxnSpPr>
          <p:nvPr/>
        </p:nvCxnSpPr>
        <p:spPr>
          <a:xfrm>
            <a:off x="4967221" y="3672198"/>
            <a:ext cx="1251048" cy="55882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eur droit avec flèche 484">
            <a:extLst>
              <a:ext uri="{FF2B5EF4-FFF2-40B4-BE49-F238E27FC236}">
                <a16:creationId xmlns:a16="http://schemas.microsoft.com/office/drawing/2014/main" id="{16864FAF-291A-78FC-2826-E60AEC3C24B0}"/>
              </a:ext>
            </a:extLst>
          </p:cNvPr>
          <p:cNvCxnSpPr>
            <a:cxnSpLocks/>
            <a:stCxn id="268" idx="6"/>
            <a:endCxn id="421" idx="2"/>
          </p:cNvCxnSpPr>
          <p:nvPr/>
        </p:nvCxnSpPr>
        <p:spPr>
          <a:xfrm>
            <a:off x="4967221" y="3945571"/>
            <a:ext cx="1251048" cy="28545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eur droit avec flèche 487">
            <a:extLst>
              <a:ext uri="{FF2B5EF4-FFF2-40B4-BE49-F238E27FC236}">
                <a16:creationId xmlns:a16="http://schemas.microsoft.com/office/drawing/2014/main" id="{CAD8AADC-9726-F5D9-8E7B-730197185F23}"/>
              </a:ext>
            </a:extLst>
          </p:cNvPr>
          <p:cNvCxnSpPr>
            <a:cxnSpLocks/>
            <a:stCxn id="267" idx="6"/>
            <a:endCxn id="421" idx="2"/>
          </p:cNvCxnSpPr>
          <p:nvPr/>
        </p:nvCxnSpPr>
        <p:spPr>
          <a:xfrm>
            <a:off x="4967221" y="4218943"/>
            <a:ext cx="1251048" cy="1207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eur droit avec flèche 490">
            <a:extLst>
              <a:ext uri="{FF2B5EF4-FFF2-40B4-BE49-F238E27FC236}">
                <a16:creationId xmlns:a16="http://schemas.microsoft.com/office/drawing/2014/main" id="{91ADBB61-A2E8-C799-8405-6F79D4867ADE}"/>
              </a:ext>
            </a:extLst>
          </p:cNvPr>
          <p:cNvCxnSpPr>
            <a:cxnSpLocks/>
            <a:stCxn id="265" idx="6"/>
            <a:endCxn id="421" idx="2"/>
          </p:cNvCxnSpPr>
          <p:nvPr/>
        </p:nvCxnSpPr>
        <p:spPr>
          <a:xfrm flipV="1">
            <a:off x="4967221" y="4231022"/>
            <a:ext cx="1251048" cy="2612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eur droit avec flèche 493">
            <a:extLst>
              <a:ext uri="{FF2B5EF4-FFF2-40B4-BE49-F238E27FC236}">
                <a16:creationId xmlns:a16="http://schemas.microsoft.com/office/drawing/2014/main" id="{4DB91B58-6A3C-8BF1-F86F-B88687CE1366}"/>
              </a:ext>
            </a:extLst>
          </p:cNvPr>
          <p:cNvCxnSpPr>
            <a:cxnSpLocks/>
            <a:stCxn id="266" idx="6"/>
            <a:endCxn id="421" idx="2"/>
          </p:cNvCxnSpPr>
          <p:nvPr/>
        </p:nvCxnSpPr>
        <p:spPr>
          <a:xfrm flipV="1">
            <a:off x="4967221" y="4231022"/>
            <a:ext cx="1251048" cy="53467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eur droit avec flèche 496">
            <a:extLst>
              <a:ext uri="{FF2B5EF4-FFF2-40B4-BE49-F238E27FC236}">
                <a16:creationId xmlns:a16="http://schemas.microsoft.com/office/drawing/2014/main" id="{28CF1592-48EB-47A5-9923-6A015B3E1238}"/>
              </a:ext>
            </a:extLst>
          </p:cNvPr>
          <p:cNvCxnSpPr>
            <a:cxnSpLocks/>
            <a:stCxn id="262" idx="6"/>
            <a:endCxn id="425" idx="2"/>
          </p:cNvCxnSpPr>
          <p:nvPr/>
        </p:nvCxnSpPr>
        <p:spPr>
          <a:xfrm>
            <a:off x="4967221" y="3125452"/>
            <a:ext cx="1251048" cy="137894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eur droit avec flèche 499">
            <a:extLst>
              <a:ext uri="{FF2B5EF4-FFF2-40B4-BE49-F238E27FC236}">
                <a16:creationId xmlns:a16="http://schemas.microsoft.com/office/drawing/2014/main" id="{C78F951D-F8FE-35B2-A86C-FC880DB18529}"/>
              </a:ext>
            </a:extLst>
          </p:cNvPr>
          <p:cNvCxnSpPr>
            <a:cxnSpLocks/>
            <a:stCxn id="263" idx="6"/>
            <a:endCxn id="425" idx="2"/>
          </p:cNvCxnSpPr>
          <p:nvPr/>
        </p:nvCxnSpPr>
        <p:spPr>
          <a:xfrm>
            <a:off x="4967221" y="3398825"/>
            <a:ext cx="1251048" cy="110556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eur droit avec flèche 503">
            <a:extLst>
              <a:ext uri="{FF2B5EF4-FFF2-40B4-BE49-F238E27FC236}">
                <a16:creationId xmlns:a16="http://schemas.microsoft.com/office/drawing/2014/main" id="{4E155E90-F08C-DBC7-D7FE-9B92C8729740}"/>
              </a:ext>
            </a:extLst>
          </p:cNvPr>
          <p:cNvCxnSpPr>
            <a:cxnSpLocks/>
            <a:stCxn id="264" idx="6"/>
            <a:endCxn id="425" idx="2"/>
          </p:cNvCxnSpPr>
          <p:nvPr/>
        </p:nvCxnSpPr>
        <p:spPr>
          <a:xfrm>
            <a:off x="4967221" y="3672198"/>
            <a:ext cx="1251048" cy="83219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eur droit avec flèche 506">
            <a:extLst>
              <a:ext uri="{FF2B5EF4-FFF2-40B4-BE49-F238E27FC236}">
                <a16:creationId xmlns:a16="http://schemas.microsoft.com/office/drawing/2014/main" id="{745107BC-6B91-AD16-5468-A017D804B57C}"/>
              </a:ext>
            </a:extLst>
          </p:cNvPr>
          <p:cNvCxnSpPr>
            <a:cxnSpLocks/>
            <a:stCxn id="268" idx="6"/>
            <a:endCxn id="425" idx="2"/>
          </p:cNvCxnSpPr>
          <p:nvPr/>
        </p:nvCxnSpPr>
        <p:spPr>
          <a:xfrm>
            <a:off x="4967221" y="3945571"/>
            <a:ext cx="1251048" cy="55882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eur droit avec flèche 509">
            <a:extLst>
              <a:ext uri="{FF2B5EF4-FFF2-40B4-BE49-F238E27FC236}">
                <a16:creationId xmlns:a16="http://schemas.microsoft.com/office/drawing/2014/main" id="{23ECCACA-0F92-6A5E-9D9A-868FF3FD48B8}"/>
              </a:ext>
            </a:extLst>
          </p:cNvPr>
          <p:cNvCxnSpPr>
            <a:cxnSpLocks/>
            <a:stCxn id="267" idx="6"/>
            <a:endCxn id="425" idx="2"/>
          </p:cNvCxnSpPr>
          <p:nvPr/>
        </p:nvCxnSpPr>
        <p:spPr>
          <a:xfrm>
            <a:off x="4967221" y="4218943"/>
            <a:ext cx="1251048" cy="28545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eur droit avec flèche 512">
            <a:extLst>
              <a:ext uri="{FF2B5EF4-FFF2-40B4-BE49-F238E27FC236}">
                <a16:creationId xmlns:a16="http://schemas.microsoft.com/office/drawing/2014/main" id="{405DAD9A-DE19-0F57-F349-47F6F45F62F7}"/>
              </a:ext>
            </a:extLst>
          </p:cNvPr>
          <p:cNvCxnSpPr>
            <a:cxnSpLocks/>
            <a:stCxn id="265" idx="6"/>
            <a:endCxn id="425" idx="2"/>
          </p:cNvCxnSpPr>
          <p:nvPr/>
        </p:nvCxnSpPr>
        <p:spPr>
          <a:xfrm>
            <a:off x="4967221" y="4492316"/>
            <a:ext cx="1251048" cy="1207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eur droit avec flèche 515">
            <a:extLst>
              <a:ext uri="{FF2B5EF4-FFF2-40B4-BE49-F238E27FC236}">
                <a16:creationId xmlns:a16="http://schemas.microsoft.com/office/drawing/2014/main" id="{EFEFCC44-C153-5009-E3DF-87440F24B108}"/>
              </a:ext>
            </a:extLst>
          </p:cNvPr>
          <p:cNvCxnSpPr>
            <a:cxnSpLocks/>
            <a:stCxn id="266" idx="6"/>
            <a:endCxn id="425" idx="2"/>
          </p:cNvCxnSpPr>
          <p:nvPr/>
        </p:nvCxnSpPr>
        <p:spPr>
          <a:xfrm flipV="1">
            <a:off x="4967221" y="4504394"/>
            <a:ext cx="1251048" cy="26129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eur droit avec flèche 518">
            <a:extLst>
              <a:ext uri="{FF2B5EF4-FFF2-40B4-BE49-F238E27FC236}">
                <a16:creationId xmlns:a16="http://schemas.microsoft.com/office/drawing/2014/main" id="{2C9190A3-5CA3-DB3B-8E6B-70B02225E189}"/>
              </a:ext>
            </a:extLst>
          </p:cNvPr>
          <p:cNvCxnSpPr>
            <a:cxnSpLocks/>
            <a:stCxn id="262" idx="6"/>
            <a:endCxn id="424" idx="2"/>
          </p:cNvCxnSpPr>
          <p:nvPr/>
        </p:nvCxnSpPr>
        <p:spPr>
          <a:xfrm>
            <a:off x="4967221" y="3125452"/>
            <a:ext cx="1251048" cy="16523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eur droit avec flèche 521">
            <a:extLst>
              <a:ext uri="{FF2B5EF4-FFF2-40B4-BE49-F238E27FC236}">
                <a16:creationId xmlns:a16="http://schemas.microsoft.com/office/drawing/2014/main" id="{706DE2A2-4941-A5E9-F1FA-1976E826F230}"/>
              </a:ext>
            </a:extLst>
          </p:cNvPr>
          <p:cNvCxnSpPr>
            <a:cxnSpLocks/>
            <a:stCxn id="263" idx="6"/>
            <a:endCxn id="424" idx="2"/>
          </p:cNvCxnSpPr>
          <p:nvPr/>
        </p:nvCxnSpPr>
        <p:spPr>
          <a:xfrm>
            <a:off x="4967221" y="3398825"/>
            <a:ext cx="1251048" cy="137894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eur droit avec flèche 524">
            <a:extLst>
              <a:ext uri="{FF2B5EF4-FFF2-40B4-BE49-F238E27FC236}">
                <a16:creationId xmlns:a16="http://schemas.microsoft.com/office/drawing/2014/main" id="{FDA7C66C-6B8C-6415-3034-5B819B6A6B79}"/>
              </a:ext>
            </a:extLst>
          </p:cNvPr>
          <p:cNvCxnSpPr>
            <a:cxnSpLocks/>
            <a:stCxn id="264" idx="6"/>
            <a:endCxn id="424" idx="2"/>
          </p:cNvCxnSpPr>
          <p:nvPr/>
        </p:nvCxnSpPr>
        <p:spPr>
          <a:xfrm>
            <a:off x="4967221" y="3672198"/>
            <a:ext cx="1251048" cy="110556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eur droit avec flèche 527">
            <a:extLst>
              <a:ext uri="{FF2B5EF4-FFF2-40B4-BE49-F238E27FC236}">
                <a16:creationId xmlns:a16="http://schemas.microsoft.com/office/drawing/2014/main" id="{A5B698AB-9475-7467-F46F-8121867EC658}"/>
              </a:ext>
            </a:extLst>
          </p:cNvPr>
          <p:cNvCxnSpPr>
            <a:cxnSpLocks/>
            <a:stCxn id="268" idx="6"/>
            <a:endCxn id="424" idx="2"/>
          </p:cNvCxnSpPr>
          <p:nvPr/>
        </p:nvCxnSpPr>
        <p:spPr>
          <a:xfrm>
            <a:off x="4967221" y="3945571"/>
            <a:ext cx="1251048" cy="83219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eur droit avec flèche 530">
            <a:extLst>
              <a:ext uri="{FF2B5EF4-FFF2-40B4-BE49-F238E27FC236}">
                <a16:creationId xmlns:a16="http://schemas.microsoft.com/office/drawing/2014/main" id="{6F7CB583-022F-ED9A-7CDF-33B35A0DDAA1}"/>
              </a:ext>
            </a:extLst>
          </p:cNvPr>
          <p:cNvCxnSpPr>
            <a:cxnSpLocks/>
            <a:stCxn id="267" idx="6"/>
            <a:endCxn id="424" idx="2"/>
          </p:cNvCxnSpPr>
          <p:nvPr/>
        </p:nvCxnSpPr>
        <p:spPr>
          <a:xfrm>
            <a:off x="4967221" y="4218943"/>
            <a:ext cx="1251048" cy="55882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eur droit avec flèche 533">
            <a:extLst>
              <a:ext uri="{FF2B5EF4-FFF2-40B4-BE49-F238E27FC236}">
                <a16:creationId xmlns:a16="http://schemas.microsoft.com/office/drawing/2014/main" id="{8630258B-2FB0-065A-600E-58169347A41C}"/>
              </a:ext>
            </a:extLst>
          </p:cNvPr>
          <p:cNvCxnSpPr>
            <a:cxnSpLocks/>
            <a:stCxn id="265" idx="6"/>
            <a:endCxn id="424" idx="2"/>
          </p:cNvCxnSpPr>
          <p:nvPr/>
        </p:nvCxnSpPr>
        <p:spPr>
          <a:xfrm>
            <a:off x="4967221" y="4492316"/>
            <a:ext cx="1251048" cy="28545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eur droit avec flèche 536">
            <a:extLst>
              <a:ext uri="{FF2B5EF4-FFF2-40B4-BE49-F238E27FC236}">
                <a16:creationId xmlns:a16="http://schemas.microsoft.com/office/drawing/2014/main" id="{FC4465CD-B313-1EFC-E7F9-635910E72B4E}"/>
              </a:ext>
            </a:extLst>
          </p:cNvPr>
          <p:cNvCxnSpPr>
            <a:cxnSpLocks/>
            <a:stCxn id="266" idx="6"/>
          </p:cNvCxnSpPr>
          <p:nvPr/>
        </p:nvCxnSpPr>
        <p:spPr>
          <a:xfrm>
            <a:off x="4967221" y="4765692"/>
            <a:ext cx="1103001" cy="1207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ZoneTexte 578">
            <a:extLst>
              <a:ext uri="{FF2B5EF4-FFF2-40B4-BE49-F238E27FC236}">
                <a16:creationId xmlns:a16="http://schemas.microsoft.com/office/drawing/2014/main" id="{6BB05892-C92B-ECE6-5F7C-E08A61D54F30}"/>
              </a:ext>
            </a:extLst>
          </p:cNvPr>
          <p:cNvSpPr txBox="1"/>
          <p:nvPr/>
        </p:nvSpPr>
        <p:spPr>
          <a:xfrm>
            <a:off x="10408323" y="4823654"/>
            <a:ext cx="173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Criterion</a:t>
            </a:r>
            <a:br>
              <a:rPr lang="en-GB" sz="1200" i="1" noProof="0" dirty="0"/>
            </a:br>
            <a:r>
              <a:rPr lang="en-GB" sz="1200" i="1" noProof="0" dirty="0"/>
              <a:t>BCE with logit loss</a:t>
            </a:r>
          </a:p>
        </p:txBody>
      </p:sp>
      <p:sp>
        <p:nvSpPr>
          <p:cNvPr id="580" name="ZoneTexte 579">
            <a:extLst>
              <a:ext uri="{FF2B5EF4-FFF2-40B4-BE49-F238E27FC236}">
                <a16:creationId xmlns:a16="http://schemas.microsoft.com/office/drawing/2014/main" id="{E46855D6-C1AE-91BE-E5D8-9B4C497FA7EC}"/>
              </a:ext>
            </a:extLst>
          </p:cNvPr>
          <p:cNvSpPr txBox="1"/>
          <p:nvPr/>
        </p:nvSpPr>
        <p:spPr>
          <a:xfrm>
            <a:off x="10387879" y="5321757"/>
            <a:ext cx="173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Optimizer</a:t>
            </a:r>
            <a:br>
              <a:rPr lang="en-GB" sz="1200" i="1" noProof="0" dirty="0"/>
            </a:br>
            <a:r>
              <a:rPr lang="en-GB" sz="1200" i="1" noProof="0" dirty="0"/>
              <a:t>Adam</a:t>
            </a:r>
          </a:p>
        </p:txBody>
      </p:sp>
      <p:cxnSp>
        <p:nvCxnSpPr>
          <p:cNvPr id="616" name="Connecteur droit avec flèche 615">
            <a:extLst>
              <a:ext uri="{FF2B5EF4-FFF2-40B4-BE49-F238E27FC236}">
                <a16:creationId xmlns:a16="http://schemas.microsoft.com/office/drawing/2014/main" id="{4AFBAA37-F8D8-4222-ECF4-E16F01E2BB3A}"/>
              </a:ext>
            </a:extLst>
          </p:cNvPr>
          <p:cNvCxnSpPr>
            <a:cxnSpLocks/>
            <a:stCxn id="660" idx="2"/>
            <a:endCxn id="425" idx="6"/>
          </p:cNvCxnSpPr>
          <p:nvPr/>
        </p:nvCxnSpPr>
        <p:spPr>
          <a:xfrm flipH="1">
            <a:off x="6423459" y="4504394"/>
            <a:ext cx="2428405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eur droit avec flèche 618">
            <a:extLst>
              <a:ext uri="{FF2B5EF4-FFF2-40B4-BE49-F238E27FC236}">
                <a16:creationId xmlns:a16="http://schemas.microsoft.com/office/drawing/2014/main" id="{5F0390FF-7620-FA80-ED70-B1D11756BC03}"/>
              </a:ext>
            </a:extLst>
          </p:cNvPr>
          <p:cNvCxnSpPr>
            <a:cxnSpLocks/>
            <a:stCxn id="659" idx="2"/>
            <a:endCxn id="424" idx="6"/>
          </p:cNvCxnSpPr>
          <p:nvPr/>
        </p:nvCxnSpPr>
        <p:spPr>
          <a:xfrm flipH="1">
            <a:off x="6423459" y="4777767"/>
            <a:ext cx="2428405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2" name="Groupe 621">
            <a:extLst>
              <a:ext uri="{FF2B5EF4-FFF2-40B4-BE49-F238E27FC236}">
                <a16:creationId xmlns:a16="http://schemas.microsoft.com/office/drawing/2014/main" id="{940BF75E-D314-7590-BFC3-5831566FC734}"/>
              </a:ext>
            </a:extLst>
          </p:cNvPr>
          <p:cNvGrpSpPr/>
          <p:nvPr/>
        </p:nvGrpSpPr>
        <p:grpSpPr>
          <a:xfrm>
            <a:off x="9727583" y="4046584"/>
            <a:ext cx="341986" cy="895703"/>
            <a:chOff x="7081789" y="3470040"/>
            <a:chExt cx="341986" cy="895703"/>
          </a:xfrm>
          <a:solidFill>
            <a:schemeClr val="bg1"/>
          </a:solidFill>
        </p:grpSpPr>
        <p:sp>
          <p:nvSpPr>
            <p:cNvPr id="623" name="Rectangle 622">
              <a:extLst>
                <a:ext uri="{FF2B5EF4-FFF2-40B4-BE49-F238E27FC236}">
                  <a16:creationId xmlns:a16="http://schemas.microsoft.com/office/drawing/2014/main" id="{1FEA0B37-F600-56FF-8631-E7E19653494A}"/>
                </a:ext>
              </a:extLst>
            </p:cNvPr>
            <p:cNvSpPr/>
            <p:nvPr/>
          </p:nvSpPr>
          <p:spPr>
            <a:xfrm>
              <a:off x="7081789" y="3470040"/>
              <a:ext cx="341986" cy="89570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24" name="Ellipse 623">
              <a:extLst>
                <a:ext uri="{FF2B5EF4-FFF2-40B4-BE49-F238E27FC236}">
                  <a16:creationId xmlns:a16="http://schemas.microsoft.com/office/drawing/2014/main" id="{22EB6E00-B49F-466D-3A22-9B858A7096F6}"/>
                </a:ext>
              </a:extLst>
            </p:cNvPr>
            <p:cNvSpPr/>
            <p:nvPr/>
          </p:nvSpPr>
          <p:spPr>
            <a:xfrm>
              <a:off x="7150186" y="3551883"/>
              <a:ext cx="205190" cy="20519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25" name="Ellipse 624">
              <a:extLst>
                <a:ext uri="{FF2B5EF4-FFF2-40B4-BE49-F238E27FC236}">
                  <a16:creationId xmlns:a16="http://schemas.microsoft.com/office/drawing/2014/main" id="{FCD7686C-E0C6-0EC1-AA35-BCFE12D27C5C}"/>
                </a:ext>
              </a:extLst>
            </p:cNvPr>
            <p:cNvSpPr/>
            <p:nvPr/>
          </p:nvSpPr>
          <p:spPr>
            <a:xfrm>
              <a:off x="7150186" y="4098628"/>
              <a:ext cx="205190" cy="20519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26" name="Ellipse 625">
              <a:extLst>
                <a:ext uri="{FF2B5EF4-FFF2-40B4-BE49-F238E27FC236}">
                  <a16:creationId xmlns:a16="http://schemas.microsoft.com/office/drawing/2014/main" id="{C76E8E52-35E2-1990-98CE-719009E806F6}"/>
                </a:ext>
              </a:extLst>
            </p:cNvPr>
            <p:cNvSpPr/>
            <p:nvPr/>
          </p:nvSpPr>
          <p:spPr>
            <a:xfrm>
              <a:off x="7150186" y="3825255"/>
              <a:ext cx="205190" cy="20519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632" name="Groupe 631">
            <a:extLst>
              <a:ext uri="{FF2B5EF4-FFF2-40B4-BE49-F238E27FC236}">
                <a16:creationId xmlns:a16="http://schemas.microsoft.com/office/drawing/2014/main" id="{881EE07C-91CE-85BD-D161-A2EE9657A01A}"/>
              </a:ext>
            </a:extLst>
          </p:cNvPr>
          <p:cNvGrpSpPr/>
          <p:nvPr/>
        </p:nvGrpSpPr>
        <p:grpSpPr>
          <a:xfrm>
            <a:off x="8783467" y="2997088"/>
            <a:ext cx="341986" cy="895703"/>
            <a:chOff x="7081789" y="3470040"/>
            <a:chExt cx="341986" cy="895703"/>
          </a:xfrm>
        </p:grpSpPr>
        <p:sp>
          <p:nvSpPr>
            <p:cNvPr id="633" name="Rectangle 632">
              <a:extLst>
                <a:ext uri="{FF2B5EF4-FFF2-40B4-BE49-F238E27FC236}">
                  <a16:creationId xmlns:a16="http://schemas.microsoft.com/office/drawing/2014/main" id="{CF8DA381-F135-9E81-0B67-522F660872CB}"/>
                </a:ext>
              </a:extLst>
            </p:cNvPr>
            <p:cNvSpPr/>
            <p:nvPr/>
          </p:nvSpPr>
          <p:spPr>
            <a:xfrm>
              <a:off x="7081789" y="3470040"/>
              <a:ext cx="341986" cy="895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34" name="Ellipse 633">
              <a:extLst>
                <a:ext uri="{FF2B5EF4-FFF2-40B4-BE49-F238E27FC236}">
                  <a16:creationId xmlns:a16="http://schemas.microsoft.com/office/drawing/2014/main" id="{84B818D0-0F09-AA36-53C4-F7C425EDFB42}"/>
                </a:ext>
              </a:extLst>
            </p:cNvPr>
            <p:cNvSpPr/>
            <p:nvPr/>
          </p:nvSpPr>
          <p:spPr>
            <a:xfrm>
              <a:off x="7150186" y="3551883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35" name="Ellipse 634">
              <a:extLst>
                <a:ext uri="{FF2B5EF4-FFF2-40B4-BE49-F238E27FC236}">
                  <a16:creationId xmlns:a16="http://schemas.microsoft.com/office/drawing/2014/main" id="{B647AF8B-AF63-303A-1921-FC93D3EC00D1}"/>
                </a:ext>
              </a:extLst>
            </p:cNvPr>
            <p:cNvSpPr/>
            <p:nvPr/>
          </p:nvSpPr>
          <p:spPr>
            <a:xfrm>
              <a:off x="7150186" y="4098628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36" name="Ellipse 635">
              <a:extLst>
                <a:ext uri="{FF2B5EF4-FFF2-40B4-BE49-F238E27FC236}">
                  <a16:creationId xmlns:a16="http://schemas.microsoft.com/office/drawing/2014/main" id="{7C0C6463-A4B0-324F-9D18-8898C45CFA11}"/>
                </a:ext>
              </a:extLst>
            </p:cNvPr>
            <p:cNvSpPr/>
            <p:nvPr/>
          </p:nvSpPr>
          <p:spPr>
            <a:xfrm>
              <a:off x="7150186" y="3825255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670" name="Connecteur droit avec flèche 669">
            <a:extLst>
              <a:ext uri="{FF2B5EF4-FFF2-40B4-BE49-F238E27FC236}">
                <a16:creationId xmlns:a16="http://schemas.microsoft.com/office/drawing/2014/main" id="{FDD3B680-B5CB-2534-6A68-BC93FBFB78E3}"/>
              </a:ext>
            </a:extLst>
          </p:cNvPr>
          <p:cNvCxnSpPr>
            <a:cxnSpLocks/>
            <a:stCxn id="624" idx="2"/>
            <a:endCxn id="634" idx="6"/>
          </p:cNvCxnSpPr>
          <p:nvPr/>
        </p:nvCxnSpPr>
        <p:spPr>
          <a:xfrm flipH="1" flipV="1">
            <a:off x="9057054" y="3181526"/>
            <a:ext cx="738926" cy="1049496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eur droit avec flèche 678">
            <a:extLst>
              <a:ext uri="{FF2B5EF4-FFF2-40B4-BE49-F238E27FC236}">
                <a16:creationId xmlns:a16="http://schemas.microsoft.com/office/drawing/2014/main" id="{F0B52300-2908-A99E-281B-973E39B62C29}"/>
              </a:ext>
            </a:extLst>
          </p:cNvPr>
          <p:cNvCxnSpPr>
            <a:cxnSpLocks/>
            <a:stCxn id="626" idx="2"/>
            <a:endCxn id="636" idx="6"/>
          </p:cNvCxnSpPr>
          <p:nvPr/>
        </p:nvCxnSpPr>
        <p:spPr>
          <a:xfrm flipH="1" flipV="1">
            <a:off x="9057054" y="3454898"/>
            <a:ext cx="738926" cy="1049496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eur droit avec flèche 681">
            <a:extLst>
              <a:ext uri="{FF2B5EF4-FFF2-40B4-BE49-F238E27FC236}">
                <a16:creationId xmlns:a16="http://schemas.microsoft.com/office/drawing/2014/main" id="{B840BE5B-428D-8FBD-895E-7EBA319E2304}"/>
              </a:ext>
            </a:extLst>
          </p:cNvPr>
          <p:cNvCxnSpPr>
            <a:cxnSpLocks/>
            <a:stCxn id="625" idx="2"/>
            <a:endCxn id="635" idx="6"/>
          </p:cNvCxnSpPr>
          <p:nvPr/>
        </p:nvCxnSpPr>
        <p:spPr>
          <a:xfrm flipH="1" flipV="1">
            <a:off x="9057054" y="3728271"/>
            <a:ext cx="738926" cy="1049496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eur droit avec flèche 684">
            <a:extLst>
              <a:ext uri="{FF2B5EF4-FFF2-40B4-BE49-F238E27FC236}">
                <a16:creationId xmlns:a16="http://schemas.microsoft.com/office/drawing/2014/main" id="{737B3FB7-E54E-79A2-E625-0C1594992878}"/>
              </a:ext>
            </a:extLst>
          </p:cNvPr>
          <p:cNvCxnSpPr>
            <a:cxnSpLocks/>
            <a:stCxn id="624" idx="2"/>
            <a:endCxn id="658" idx="6"/>
          </p:cNvCxnSpPr>
          <p:nvPr/>
        </p:nvCxnSpPr>
        <p:spPr>
          <a:xfrm flipH="1">
            <a:off x="9057054" y="4231022"/>
            <a:ext cx="738926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eur droit avec flèche 687">
            <a:extLst>
              <a:ext uri="{FF2B5EF4-FFF2-40B4-BE49-F238E27FC236}">
                <a16:creationId xmlns:a16="http://schemas.microsoft.com/office/drawing/2014/main" id="{E7638AD9-8764-39F0-DE1E-2A809B188260}"/>
              </a:ext>
            </a:extLst>
          </p:cNvPr>
          <p:cNvCxnSpPr>
            <a:cxnSpLocks/>
            <a:stCxn id="626" idx="2"/>
            <a:endCxn id="660" idx="6"/>
          </p:cNvCxnSpPr>
          <p:nvPr/>
        </p:nvCxnSpPr>
        <p:spPr>
          <a:xfrm flipH="1">
            <a:off x="9057054" y="4504394"/>
            <a:ext cx="738926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eur droit avec flèche 690">
            <a:extLst>
              <a:ext uri="{FF2B5EF4-FFF2-40B4-BE49-F238E27FC236}">
                <a16:creationId xmlns:a16="http://schemas.microsoft.com/office/drawing/2014/main" id="{565713CA-44FB-EA28-E399-6D3AAAF6CAC1}"/>
              </a:ext>
            </a:extLst>
          </p:cNvPr>
          <p:cNvCxnSpPr>
            <a:cxnSpLocks/>
            <a:stCxn id="625" idx="2"/>
            <a:endCxn id="659" idx="6"/>
          </p:cNvCxnSpPr>
          <p:nvPr/>
        </p:nvCxnSpPr>
        <p:spPr>
          <a:xfrm flipH="1">
            <a:off x="9057054" y="4777767"/>
            <a:ext cx="738926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ZoneTexte 694">
            <a:extLst>
              <a:ext uri="{FF2B5EF4-FFF2-40B4-BE49-F238E27FC236}">
                <a16:creationId xmlns:a16="http://schemas.microsoft.com/office/drawing/2014/main" id="{1F489AF4-FF26-29E6-D607-80BB18803A12}"/>
              </a:ext>
            </a:extLst>
          </p:cNvPr>
          <p:cNvSpPr txBox="1"/>
          <p:nvPr/>
        </p:nvSpPr>
        <p:spPr>
          <a:xfrm>
            <a:off x="4262645" y="1951982"/>
            <a:ext cx="173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Activation</a:t>
            </a:r>
            <a:br>
              <a:rPr lang="en-GB" sz="1200" i="1" noProof="0" dirty="0"/>
            </a:br>
            <a:r>
              <a:rPr lang="en-GB" sz="1200" i="1" noProof="0" dirty="0"/>
              <a:t>Normalization + GELU + Dropout 0.3</a:t>
            </a:r>
          </a:p>
        </p:txBody>
      </p:sp>
      <p:sp>
        <p:nvSpPr>
          <p:cNvPr id="704" name="ZoneTexte 703">
            <a:extLst>
              <a:ext uri="{FF2B5EF4-FFF2-40B4-BE49-F238E27FC236}">
                <a16:creationId xmlns:a16="http://schemas.microsoft.com/office/drawing/2014/main" id="{7D5AD50C-03C3-1D04-3377-DD3FF2654D04}"/>
              </a:ext>
            </a:extLst>
          </p:cNvPr>
          <p:cNvSpPr txBox="1"/>
          <p:nvPr/>
        </p:nvSpPr>
        <p:spPr>
          <a:xfrm>
            <a:off x="9201481" y="3171603"/>
            <a:ext cx="5634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Bias</a:t>
            </a:r>
            <a:br>
              <a:rPr lang="en-GB" sz="1200" i="1" noProof="0" dirty="0"/>
            </a:br>
            <a:r>
              <a:rPr lang="en-GB" sz="1200" i="1" noProof="0" dirty="0"/>
              <a:t>Sum</a:t>
            </a:r>
          </a:p>
        </p:txBody>
      </p:sp>
      <p:cxnSp>
        <p:nvCxnSpPr>
          <p:cNvPr id="708" name="Connecteur droit avec flèche 707">
            <a:extLst>
              <a:ext uri="{FF2B5EF4-FFF2-40B4-BE49-F238E27FC236}">
                <a16:creationId xmlns:a16="http://schemas.microsoft.com/office/drawing/2014/main" id="{2060D279-5B88-2526-32F9-7AD82AB160E7}"/>
              </a:ext>
            </a:extLst>
          </p:cNvPr>
          <p:cNvCxnSpPr>
            <a:cxnSpLocks/>
            <a:stCxn id="624" idx="6"/>
            <a:endCxn id="718" idx="2"/>
          </p:cNvCxnSpPr>
          <p:nvPr/>
        </p:nvCxnSpPr>
        <p:spPr>
          <a:xfrm>
            <a:off x="10001170" y="4231022"/>
            <a:ext cx="988087" cy="28486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eur droit avec flèche 710">
            <a:extLst>
              <a:ext uri="{FF2B5EF4-FFF2-40B4-BE49-F238E27FC236}">
                <a16:creationId xmlns:a16="http://schemas.microsoft.com/office/drawing/2014/main" id="{EC468ABB-228B-36C5-FB07-443EA749C598}"/>
              </a:ext>
            </a:extLst>
          </p:cNvPr>
          <p:cNvCxnSpPr>
            <a:cxnSpLocks/>
            <a:stCxn id="626" idx="6"/>
            <a:endCxn id="718" idx="2"/>
          </p:cNvCxnSpPr>
          <p:nvPr/>
        </p:nvCxnSpPr>
        <p:spPr>
          <a:xfrm>
            <a:off x="10001170" y="4504394"/>
            <a:ext cx="988087" cy="1149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eur droit avec flèche 713">
            <a:extLst>
              <a:ext uri="{FF2B5EF4-FFF2-40B4-BE49-F238E27FC236}">
                <a16:creationId xmlns:a16="http://schemas.microsoft.com/office/drawing/2014/main" id="{E4296C64-F23A-BEB4-3F2B-E84D60192336}"/>
              </a:ext>
            </a:extLst>
          </p:cNvPr>
          <p:cNvCxnSpPr>
            <a:cxnSpLocks/>
            <a:stCxn id="625" idx="6"/>
            <a:endCxn id="718" idx="2"/>
          </p:cNvCxnSpPr>
          <p:nvPr/>
        </p:nvCxnSpPr>
        <p:spPr>
          <a:xfrm flipV="1">
            <a:off x="10001170" y="4515889"/>
            <a:ext cx="988087" cy="26187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7" name="Groupe 716">
            <a:extLst>
              <a:ext uri="{FF2B5EF4-FFF2-40B4-BE49-F238E27FC236}">
                <a16:creationId xmlns:a16="http://schemas.microsoft.com/office/drawing/2014/main" id="{15BF4AD6-07BC-DA82-9937-A91115F882DE}"/>
              </a:ext>
            </a:extLst>
          </p:cNvPr>
          <p:cNvGrpSpPr/>
          <p:nvPr/>
        </p:nvGrpSpPr>
        <p:grpSpPr>
          <a:xfrm>
            <a:off x="10989257" y="4231022"/>
            <a:ext cx="569733" cy="569733"/>
            <a:chOff x="2255921" y="2881563"/>
            <a:chExt cx="385011" cy="385011"/>
          </a:xfrm>
        </p:grpSpPr>
        <p:sp>
          <p:nvSpPr>
            <p:cNvPr id="718" name="Ellipse 717">
              <a:extLst>
                <a:ext uri="{FF2B5EF4-FFF2-40B4-BE49-F238E27FC236}">
                  <a16:creationId xmlns:a16="http://schemas.microsoft.com/office/drawing/2014/main" id="{6CF7D0F9-E146-E418-CF32-A68CC4FB0305}"/>
                </a:ext>
              </a:extLst>
            </p:cNvPr>
            <p:cNvSpPr/>
            <p:nvPr/>
          </p:nvSpPr>
          <p:spPr>
            <a:xfrm>
              <a:off x="2255921" y="2881563"/>
              <a:ext cx="385011" cy="38501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719" name="Ellipse 718">
              <a:extLst>
                <a:ext uri="{FF2B5EF4-FFF2-40B4-BE49-F238E27FC236}">
                  <a16:creationId xmlns:a16="http://schemas.microsoft.com/office/drawing/2014/main" id="{3FBE341F-170D-7538-7B48-8D0AB0933024}"/>
                </a:ext>
              </a:extLst>
            </p:cNvPr>
            <p:cNvSpPr/>
            <p:nvPr/>
          </p:nvSpPr>
          <p:spPr>
            <a:xfrm>
              <a:off x="2298032" y="2923674"/>
              <a:ext cx="300789" cy="300789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720" name="ZoneTexte 719">
            <a:extLst>
              <a:ext uri="{FF2B5EF4-FFF2-40B4-BE49-F238E27FC236}">
                <a16:creationId xmlns:a16="http://schemas.microsoft.com/office/drawing/2014/main" id="{B57A8402-AF4C-D153-1EF4-CF8891037D29}"/>
              </a:ext>
            </a:extLst>
          </p:cNvPr>
          <p:cNvSpPr txBox="1"/>
          <p:nvPr/>
        </p:nvSpPr>
        <p:spPr>
          <a:xfrm>
            <a:off x="10864515" y="3931796"/>
            <a:ext cx="819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noProof="0" dirty="0"/>
              <a:t>Result</a:t>
            </a:r>
            <a:endParaRPr lang="en-GB" noProof="0" dirty="0"/>
          </a:p>
        </p:txBody>
      </p:sp>
      <p:sp>
        <p:nvSpPr>
          <p:cNvPr id="724" name="ZoneTexte 723">
            <a:extLst>
              <a:ext uri="{FF2B5EF4-FFF2-40B4-BE49-F238E27FC236}">
                <a16:creationId xmlns:a16="http://schemas.microsoft.com/office/drawing/2014/main" id="{1D226C0A-C616-77DB-4175-64F54909392D}"/>
              </a:ext>
            </a:extLst>
          </p:cNvPr>
          <p:cNvSpPr txBox="1"/>
          <p:nvPr/>
        </p:nvSpPr>
        <p:spPr>
          <a:xfrm>
            <a:off x="3866489" y="1699576"/>
            <a:ext cx="1762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noProof="0" dirty="0">
                <a:solidFill>
                  <a:schemeClr val="accent6"/>
                </a:solidFill>
              </a:rPr>
              <a:t>Classifier layer</a:t>
            </a:r>
          </a:p>
        </p:txBody>
      </p:sp>
      <p:sp>
        <p:nvSpPr>
          <p:cNvPr id="729" name="ZoneTexte 728">
            <a:extLst>
              <a:ext uri="{FF2B5EF4-FFF2-40B4-BE49-F238E27FC236}">
                <a16:creationId xmlns:a16="http://schemas.microsoft.com/office/drawing/2014/main" id="{A0D19CEF-690E-5421-FF0B-3FCFD03827BB}"/>
              </a:ext>
            </a:extLst>
          </p:cNvPr>
          <p:cNvSpPr txBox="1"/>
          <p:nvPr/>
        </p:nvSpPr>
        <p:spPr>
          <a:xfrm>
            <a:off x="6869002" y="1781989"/>
            <a:ext cx="205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noProof="0" dirty="0">
                <a:solidFill>
                  <a:schemeClr val="accent2"/>
                </a:solidFill>
              </a:rPr>
              <a:t>Refinement layer</a:t>
            </a:r>
          </a:p>
        </p:txBody>
      </p:sp>
      <p:sp>
        <p:nvSpPr>
          <p:cNvPr id="730" name="ZoneTexte 729">
            <a:extLst>
              <a:ext uri="{FF2B5EF4-FFF2-40B4-BE49-F238E27FC236}">
                <a16:creationId xmlns:a16="http://schemas.microsoft.com/office/drawing/2014/main" id="{945ABE4D-6444-19F2-F82E-064076F66830}"/>
              </a:ext>
            </a:extLst>
          </p:cNvPr>
          <p:cNvSpPr txBox="1"/>
          <p:nvPr/>
        </p:nvSpPr>
        <p:spPr>
          <a:xfrm>
            <a:off x="8202059" y="5126978"/>
            <a:ext cx="199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noProof="0" dirty="0">
                <a:solidFill>
                  <a:schemeClr val="accent1"/>
                </a:solidFill>
              </a:rPr>
              <a:t>Aggregation layer</a:t>
            </a:r>
          </a:p>
        </p:txBody>
      </p:sp>
      <p:sp>
        <p:nvSpPr>
          <p:cNvPr id="731" name="ZoneTexte 730">
            <a:extLst>
              <a:ext uri="{FF2B5EF4-FFF2-40B4-BE49-F238E27FC236}">
                <a16:creationId xmlns:a16="http://schemas.microsoft.com/office/drawing/2014/main" id="{3926DD73-1D56-10D3-B653-B4A511C2882C}"/>
              </a:ext>
            </a:extLst>
          </p:cNvPr>
          <p:cNvSpPr txBox="1"/>
          <p:nvPr/>
        </p:nvSpPr>
        <p:spPr>
          <a:xfrm>
            <a:off x="10408323" y="5819860"/>
            <a:ext cx="173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Epochs</a:t>
            </a:r>
            <a:br>
              <a:rPr lang="en-GB" sz="1200" i="1" noProof="0" dirty="0"/>
            </a:br>
            <a:r>
              <a:rPr lang="en-GB" sz="1200" i="1" noProof="0" dirty="0"/>
              <a:t>50</a:t>
            </a: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798E0B14-82FF-63AE-DD0C-F202F49C9930}"/>
              </a:ext>
            </a:extLst>
          </p:cNvPr>
          <p:cNvGrpSpPr/>
          <p:nvPr/>
        </p:nvGrpSpPr>
        <p:grpSpPr>
          <a:xfrm>
            <a:off x="6149872" y="1883632"/>
            <a:ext cx="341986" cy="2009159"/>
            <a:chOff x="4765565" y="2917805"/>
            <a:chExt cx="341986" cy="200915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4B719C6-CE51-DB09-3A22-846442668869}"/>
                </a:ext>
              </a:extLst>
            </p:cNvPr>
            <p:cNvSpPr/>
            <p:nvPr/>
          </p:nvSpPr>
          <p:spPr>
            <a:xfrm>
              <a:off x="4765565" y="2917805"/>
              <a:ext cx="341986" cy="20091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42E5883-C908-ABE3-3632-EC1C648187E3}"/>
                </a:ext>
              </a:extLst>
            </p:cNvPr>
            <p:cNvSpPr/>
            <p:nvPr/>
          </p:nvSpPr>
          <p:spPr>
            <a:xfrm>
              <a:off x="4833962" y="3007534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D53B1D5D-BDF5-975F-EA74-BA3C6C7E22D7}"/>
                </a:ext>
              </a:extLst>
            </p:cNvPr>
            <p:cNvSpPr/>
            <p:nvPr/>
          </p:nvSpPr>
          <p:spPr>
            <a:xfrm>
              <a:off x="4833962" y="3280907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78B959F5-E18E-290A-E76F-8A873E459A6F}"/>
                </a:ext>
              </a:extLst>
            </p:cNvPr>
            <p:cNvSpPr/>
            <p:nvPr/>
          </p:nvSpPr>
          <p:spPr>
            <a:xfrm>
              <a:off x="4833962" y="3554280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2E8035E2-8248-7566-3FC5-49934EEFE493}"/>
                </a:ext>
              </a:extLst>
            </p:cNvPr>
            <p:cNvSpPr/>
            <p:nvPr/>
          </p:nvSpPr>
          <p:spPr>
            <a:xfrm>
              <a:off x="4833962" y="4374398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DE5A85B5-8CE4-E3DF-FB40-A8D3B5EB9785}"/>
                </a:ext>
              </a:extLst>
            </p:cNvPr>
            <p:cNvSpPr/>
            <p:nvPr/>
          </p:nvSpPr>
          <p:spPr>
            <a:xfrm>
              <a:off x="4833962" y="4647774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2244C038-3612-3DE3-A5C2-1F6DB11A917D}"/>
                </a:ext>
              </a:extLst>
            </p:cNvPr>
            <p:cNvSpPr/>
            <p:nvPr/>
          </p:nvSpPr>
          <p:spPr>
            <a:xfrm>
              <a:off x="4833962" y="4101025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0F971B7F-3389-F7AB-C00D-4BECAD45CC95}"/>
                </a:ext>
              </a:extLst>
            </p:cNvPr>
            <p:cNvSpPr/>
            <p:nvPr/>
          </p:nvSpPr>
          <p:spPr>
            <a:xfrm>
              <a:off x="4833962" y="3827653"/>
              <a:ext cx="205190" cy="205190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3674145-6614-C7CF-62AF-A5A50648A25B}"/>
              </a:ext>
            </a:extLst>
          </p:cNvPr>
          <p:cNvCxnSpPr>
            <a:cxnSpLocks/>
            <a:stCxn id="10" idx="2"/>
            <a:endCxn id="266" idx="6"/>
          </p:cNvCxnSpPr>
          <p:nvPr/>
        </p:nvCxnSpPr>
        <p:spPr>
          <a:xfrm flipH="1">
            <a:off x="4967221" y="3716196"/>
            <a:ext cx="1251048" cy="1049496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6B8907C-46CE-97E6-BAED-87CA3B7C89C7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979012" y="3442820"/>
            <a:ext cx="1239257" cy="1028069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7A23A0AC-BAFE-32D9-CF03-5C05AEAA2FCA}"/>
              </a:ext>
            </a:extLst>
          </p:cNvPr>
          <p:cNvCxnSpPr>
            <a:cxnSpLocks/>
            <a:stCxn id="11" idx="2"/>
            <a:endCxn id="267" idx="6"/>
          </p:cNvCxnSpPr>
          <p:nvPr/>
        </p:nvCxnSpPr>
        <p:spPr>
          <a:xfrm flipH="1">
            <a:off x="4967221" y="3169447"/>
            <a:ext cx="1251048" cy="1049496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1CFBE6E6-7559-1A81-BF11-3E2C118C5E01}"/>
              </a:ext>
            </a:extLst>
          </p:cNvPr>
          <p:cNvCxnSpPr>
            <a:cxnSpLocks/>
            <a:stCxn id="12" idx="2"/>
            <a:endCxn id="268" idx="6"/>
          </p:cNvCxnSpPr>
          <p:nvPr/>
        </p:nvCxnSpPr>
        <p:spPr>
          <a:xfrm flipH="1">
            <a:off x="4967221" y="2896075"/>
            <a:ext cx="1251048" cy="1049496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03ACDEC-AE8A-9238-169B-11A9B62112C7}"/>
              </a:ext>
            </a:extLst>
          </p:cNvPr>
          <p:cNvCxnSpPr>
            <a:cxnSpLocks/>
            <a:stCxn id="7" idx="2"/>
            <a:endCxn id="264" idx="6"/>
          </p:cNvCxnSpPr>
          <p:nvPr/>
        </p:nvCxnSpPr>
        <p:spPr>
          <a:xfrm flipH="1">
            <a:off x="4967221" y="2622702"/>
            <a:ext cx="1251048" cy="1049496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F3892402-51FC-C4D5-AFAA-E000578AE6D9}"/>
              </a:ext>
            </a:extLst>
          </p:cNvPr>
          <p:cNvCxnSpPr>
            <a:cxnSpLocks/>
            <a:stCxn id="6" idx="2"/>
            <a:endCxn id="263" idx="6"/>
          </p:cNvCxnSpPr>
          <p:nvPr/>
        </p:nvCxnSpPr>
        <p:spPr>
          <a:xfrm flipH="1">
            <a:off x="4967221" y="2349329"/>
            <a:ext cx="1251048" cy="1049496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7BEB2ACC-650A-CBD8-0928-7DD662FBA063}"/>
              </a:ext>
            </a:extLst>
          </p:cNvPr>
          <p:cNvCxnSpPr>
            <a:cxnSpLocks/>
            <a:stCxn id="5" idx="2"/>
            <a:endCxn id="262" idx="6"/>
          </p:cNvCxnSpPr>
          <p:nvPr/>
        </p:nvCxnSpPr>
        <p:spPr>
          <a:xfrm flipH="1">
            <a:off x="4967221" y="2075956"/>
            <a:ext cx="1251048" cy="1049496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00B48FAF-A4A2-03EE-44D8-CC84FF84D981}"/>
              </a:ext>
            </a:extLst>
          </p:cNvPr>
          <p:cNvGrpSpPr/>
          <p:nvPr/>
        </p:nvGrpSpPr>
        <p:grpSpPr>
          <a:xfrm>
            <a:off x="7432741" y="2536159"/>
            <a:ext cx="341986" cy="1356632"/>
            <a:chOff x="8316015" y="1929607"/>
            <a:chExt cx="341986" cy="135663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036DE80-A6D7-A32F-CDDA-D78711447D99}"/>
                </a:ext>
              </a:extLst>
            </p:cNvPr>
            <p:cNvSpPr/>
            <p:nvPr/>
          </p:nvSpPr>
          <p:spPr>
            <a:xfrm>
              <a:off x="8316015" y="1929607"/>
              <a:ext cx="341986" cy="13566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76CE898F-FE61-C9DB-AFE4-C18962572F30}"/>
                </a:ext>
              </a:extLst>
            </p:cNvPr>
            <p:cNvSpPr/>
            <p:nvPr/>
          </p:nvSpPr>
          <p:spPr>
            <a:xfrm>
              <a:off x="8384413" y="2498328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387D8CB5-74A2-E3DB-4100-DB4FBAC10DAA}"/>
                </a:ext>
              </a:extLst>
            </p:cNvPr>
            <p:cNvSpPr/>
            <p:nvPr/>
          </p:nvSpPr>
          <p:spPr>
            <a:xfrm>
              <a:off x="8384413" y="3019123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3B790649-343B-A838-8475-D8C0768563EA}"/>
                </a:ext>
              </a:extLst>
            </p:cNvPr>
            <p:cNvSpPr/>
            <p:nvPr/>
          </p:nvSpPr>
          <p:spPr>
            <a:xfrm>
              <a:off x="8384413" y="2758726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9E30FA82-5F9B-51BA-FF9E-6F7065B29F58}"/>
                </a:ext>
              </a:extLst>
            </p:cNvPr>
            <p:cNvSpPr/>
            <p:nvPr/>
          </p:nvSpPr>
          <p:spPr>
            <a:xfrm>
              <a:off x="8384413" y="2237930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6EECEBAB-670D-AE23-774F-C8FF4DB4B22A}"/>
                </a:ext>
              </a:extLst>
            </p:cNvPr>
            <p:cNvSpPr/>
            <p:nvPr/>
          </p:nvSpPr>
          <p:spPr>
            <a:xfrm>
              <a:off x="8384413" y="1977532"/>
              <a:ext cx="205190" cy="20519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1AF1ED9F-FD72-12EF-3A4A-9BB7A3D881BA}"/>
              </a:ext>
            </a:extLst>
          </p:cNvPr>
          <p:cNvCxnSpPr>
            <a:cxnSpLocks/>
            <a:stCxn id="37" idx="2"/>
            <a:endCxn id="424" idx="6"/>
          </p:cNvCxnSpPr>
          <p:nvPr/>
        </p:nvCxnSpPr>
        <p:spPr>
          <a:xfrm flipH="1">
            <a:off x="6423459" y="3728270"/>
            <a:ext cx="1077680" cy="104949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DFC01C54-9958-C7EC-71CF-F8346AD4ABEE}"/>
              </a:ext>
            </a:extLst>
          </p:cNvPr>
          <p:cNvCxnSpPr>
            <a:cxnSpLocks/>
            <a:stCxn id="44" idx="2"/>
            <a:endCxn id="424" idx="6"/>
          </p:cNvCxnSpPr>
          <p:nvPr/>
        </p:nvCxnSpPr>
        <p:spPr>
          <a:xfrm flipH="1">
            <a:off x="6423459" y="3467873"/>
            <a:ext cx="1077680" cy="13098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E89D950C-7743-0034-8BDC-C8FE880442B7}"/>
              </a:ext>
            </a:extLst>
          </p:cNvPr>
          <p:cNvCxnSpPr>
            <a:cxnSpLocks/>
            <a:stCxn id="36" idx="2"/>
            <a:endCxn id="424" idx="6"/>
          </p:cNvCxnSpPr>
          <p:nvPr/>
        </p:nvCxnSpPr>
        <p:spPr>
          <a:xfrm flipH="1">
            <a:off x="6423459" y="3207475"/>
            <a:ext cx="1077680" cy="157029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0A365B73-58E5-D403-20AB-A6166BF3E81B}"/>
              </a:ext>
            </a:extLst>
          </p:cNvPr>
          <p:cNvCxnSpPr>
            <a:cxnSpLocks/>
            <a:stCxn id="47" idx="2"/>
            <a:endCxn id="424" idx="6"/>
          </p:cNvCxnSpPr>
          <p:nvPr/>
        </p:nvCxnSpPr>
        <p:spPr>
          <a:xfrm flipH="1">
            <a:off x="6423459" y="2947077"/>
            <a:ext cx="1077680" cy="1830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B201AD85-80F1-B476-B0F0-7DD6A024F907}"/>
              </a:ext>
            </a:extLst>
          </p:cNvPr>
          <p:cNvCxnSpPr>
            <a:cxnSpLocks/>
            <a:stCxn id="48" idx="2"/>
            <a:endCxn id="424" idx="6"/>
          </p:cNvCxnSpPr>
          <p:nvPr/>
        </p:nvCxnSpPr>
        <p:spPr>
          <a:xfrm flipH="1">
            <a:off x="6423459" y="2686679"/>
            <a:ext cx="1077680" cy="20910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eur droit avec flèche 449">
            <a:extLst>
              <a:ext uri="{FF2B5EF4-FFF2-40B4-BE49-F238E27FC236}">
                <a16:creationId xmlns:a16="http://schemas.microsoft.com/office/drawing/2014/main" id="{A227AFC1-A4DB-C4C4-1430-79F1598D8F0B}"/>
              </a:ext>
            </a:extLst>
          </p:cNvPr>
          <p:cNvCxnSpPr>
            <a:cxnSpLocks/>
            <a:stCxn id="37" idx="2"/>
            <a:endCxn id="425" idx="6"/>
          </p:cNvCxnSpPr>
          <p:nvPr/>
        </p:nvCxnSpPr>
        <p:spPr>
          <a:xfrm flipH="1">
            <a:off x="6423459" y="3728270"/>
            <a:ext cx="1077680" cy="77612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eur droit avec flèche 452">
            <a:extLst>
              <a:ext uri="{FF2B5EF4-FFF2-40B4-BE49-F238E27FC236}">
                <a16:creationId xmlns:a16="http://schemas.microsoft.com/office/drawing/2014/main" id="{E5464605-5E22-6930-EE7D-932DD1F49D60}"/>
              </a:ext>
            </a:extLst>
          </p:cNvPr>
          <p:cNvCxnSpPr>
            <a:cxnSpLocks/>
            <a:stCxn id="44" idx="2"/>
            <a:endCxn id="425" idx="6"/>
          </p:cNvCxnSpPr>
          <p:nvPr/>
        </p:nvCxnSpPr>
        <p:spPr>
          <a:xfrm flipH="1">
            <a:off x="6423459" y="3467873"/>
            <a:ext cx="1077680" cy="10365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eur droit avec flèche 455">
            <a:extLst>
              <a:ext uri="{FF2B5EF4-FFF2-40B4-BE49-F238E27FC236}">
                <a16:creationId xmlns:a16="http://schemas.microsoft.com/office/drawing/2014/main" id="{D11E6A10-47F5-45BF-1470-BAB2A0CA3892}"/>
              </a:ext>
            </a:extLst>
          </p:cNvPr>
          <p:cNvCxnSpPr>
            <a:cxnSpLocks/>
            <a:stCxn id="36" idx="2"/>
            <a:endCxn id="425" idx="6"/>
          </p:cNvCxnSpPr>
          <p:nvPr/>
        </p:nvCxnSpPr>
        <p:spPr>
          <a:xfrm flipH="1">
            <a:off x="6423459" y="3207475"/>
            <a:ext cx="1077680" cy="129691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eur droit avec flèche 460">
            <a:extLst>
              <a:ext uri="{FF2B5EF4-FFF2-40B4-BE49-F238E27FC236}">
                <a16:creationId xmlns:a16="http://schemas.microsoft.com/office/drawing/2014/main" id="{B365B715-2E7A-6880-DF3C-D4176535B5B7}"/>
              </a:ext>
            </a:extLst>
          </p:cNvPr>
          <p:cNvCxnSpPr>
            <a:cxnSpLocks/>
            <a:stCxn id="47" idx="2"/>
            <a:endCxn id="425" idx="6"/>
          </p:cNvCxnSpPr>
          <p:nvPr/>
        </p:nvCxnSpPr>
        <p:spPr>
          <a:xfrm flipH="1">
            <a:off x="6423459" y="2947077"/>
            <a:ext cx="1077680" cy="155731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eur droit avec flèche 463">
            <a:extLst>
              <a:ext uri="{FF2B5EF4-FFF2-40B4-BE49-F238E27FC236}">
                <a16:creationId xmlns:a16="http://schemas.microsoft.com/office/drawing/2014/main" id="{DF97C853-7713-B5F2-4B12-ADAAAEEE52B4}"/>
              </a:ext>
            </a:extLst>
          </p:cNvPr>
          <p:cNvCxnSpPr>
            <a:cxnSpLocks/>
            <a:stCxn id="48" idx="2"/>
            <a:endCxn id="425" idx="6"/>
          </p:cNvCxnSpPr>
          <p:nvPr/>
        </p:nvCxnSpPr>
        <p:spPr>
          <a:xfrm flipH="1">
            <a:off x="6423459" y="2686679"/>
            <a:ext cx="1077680" cy="181771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eur droit avec flèche 466">
            <a:extLst>
              <a:ext uri="{FF2B5EF4-FFF2-40B4-BE49-F238E27FC236}">
                <a16:creationId xmlns:a16="http://schemas.microsoft.com/office/drawing/2014/main" id="{5FE4AD43-1DD9-1BF1-A027-F59F5DBEC2CE}"/>
              </a:ext>
            </a:extLst>
          </p:cNvPr>
          <p:cNvCxnSpPr>
            <a:cxnSpLocks/>
            <a:stCxn id="37" idx="2"/>
            <a:endCxn id="421" idx="6"/>
          </p:cNvCxnSpPr>
          <p:nvPr/>
        </p:nvCxnSpPr>
        <p:spPr>
          <a:xfrm flipH="1">
            <a:off x="6423459" y="3728270"/>
            <a:ext cx="1077680" cy="50275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eur droit avec flèche 469">
            <a:extLst>
              <a:ext uri="{FF2B5EF4-FFF2-40B4-BE49-F238E27FC236}">
                <a16:creationId xmlns:a16="http://schemas.microsoft.com/office/drawing/2014/main" id="{307FF460-FE8E-B63C-8E01-FCA2DC2EE153}"/>
              </a:ext>
            </a:extLst>
          </p:cNvPr>
          <p:cNvCxnSpPr>
            <a:cxnSpLocks/>
            <a:stCxn id="44" idx="2"/>
            <a:endCxn id="421" idx="6"/>
          </p:cNvCxnSpPr>
          <p:nvPr/>
        </p:nvCxnSpPr>
        <p:spPr>
          <a:xfrm flipH="1">
            <a:off x="6423459" y="3467873"/>
            <a:ext cx="1077680" cy="76314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eur droit avec flèche 472">
            <a:extLst>
              <a:ext uri="{FF2B5EF4-FFF2-40B4-BE49-F238E27FC236}">
                <a16:creationId xmlns:a16="http://schemas.microsoft.com/office/drawing/2014/main" id="{585EC80C-3C34-54FD-B895-3678CE782BEF}"/>
              </a:ext>
            </a:extLst>
          </p:cNvPr>
          <p:cNvCxnSpPr>
            <a:cxnSpLocks/>
            <a:stCxn id="36" idx="2"/>
            <a:endCxn id="421" idx="6"/>
          </p:cNvCxnSpPr>
          <p:nvPr/>
        </p:nvCxnSpPr>
        <p:spPr>
          <a:xfrm flipH="1">
            <a:off x="6423459" y="3207475"/>
            <a:ext cx="1077680" cy="102354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eur droit avec flèche 477">
            <a:extLst>
              <a:ext uri="{FF2B5EF4-FFF2-40B4-BE49-F238E27FC236}">
                <a16:creationId xmlns:a16="http://schemas.microsoft.com/office/drawing/2014/main" id="{1F0730D6-94E3-B1B4-05BC-AA28FEDADA62}"/>
              </a:ext>
            </a:extLst>
          </p:cNvPr>
          <p:cNvCxnSpPr>
            <a:cxnSpLocks/>
            <a:stCxn id="47" idx="2"/>
            <a:endCxn id="421" idx="6"/>
          </p:cNvCxnSpPr>
          <p:nvPr/>
        </p:nvCxnSpPr>
        <p:spPr>
          <a:xfrm flipH="1">
            <a:off x="6423459" y="2947077"/>
            <a:ext cx="1077680" cy="128394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eur droit avec flèche 482">
            <a:extLst>
              <a:ext uri="{FF2B5EF4-FFF2-40B4-BE49-F238E27FC236}">
                <a16:creationId xmlns:a16="http://schemas.microsoft.com/office/drawing/2014/main" id="{9DF3653A-866B-25F5-2EEA-E7CEE9E8BC7D}"/>
              </a:ext>
            </a:extLst>
          </p:cNvPr>
          <p:cNvCxnSpPr>
            <a:cxnSpLocks/>
            <a:stCxn id="48" idx="2"/>
            <a:endCxn id="421" idx="6"/>
          </p:cNvCxnSpPr>
          <p:nvPr/>
        </p:nvCxnSpPr>
        <p:spPr>
          <a:xfrm flipH="1">
            <a:off x="6423459" y="2686679"/>
            <a:ext cx="1077680" cy="154434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eur droit avec flèche 486">
            <a:extLst>
              <a:ext uri="{FF2B5EF4-FFF2-40B4-BE49-F238E27FC236}">
                <a16:creationId xmlns:a16="http://schemas.microsoft.com/office/drawing/2014/main" id="{01AF753E-8F52-748E-71C6-652B8AAEFD7E}"/>
              </a:ext>
            </a:extLst>
          </p:cNvPr>
          <p:cNvCxnSpPr>
            <a:cxnSpLocks/>
            <a:stCxn id="48" idx="2"/>
            <a:endCxn id="5" idx="6"/>
          </p:cNvCxnSpPr>
          <p:nvPr/>
        </p:nvCxnSpPr>
        <p:spPr>
          <a:xfrm flipH="1" flipV="1">
            <a:off x="6423459" y="2075956"/>
            <a:ext cx="1077680" cy="61072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eur droit avec flèche 491">
            <a:extLst>
              <a:ext uri="{FF2B5EF4-FFF2-40B4-BE49-F238E27FC236}">
                <a16:creationId xmlns:a16="http://schemas.microsoft.com/office/drawing/2014/main" id="{4602F91E-C7B8-08A7-16E1-FE7BAA7E1F58}"/>
              </a:ext>
            </a:extLst>
          </p:cNvPr>
          <p:cNvCxnSpPr>
            <a:cxnSpLocks/>
            <a:stCxn id="47" idx="2"/>
            <a:endCxn id="5" idx="6"/>
          </p:cNvCxnSpPr>
          <p:nvPr/>
        </p:nvCxnSpPr>
        <p:spPr>
          <a:xfrm flipH="1" flipV="1">
            <a:off x="6423459" y="2075956"/>
            <a:ext cx="1077680" cy="8711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eur droit avec flèche 495">
            <a:extLst>
              <a:ext uri="{FF2B5EF4-FFF2-40B4-BE49-F238E27FC236}">
                <a16:creationId xmlns:a16="http://schemas.microsoft.com/office/drawing/2014/main" id="{3EE36DA4-153F-BEFF-0011-7B53065BEADE}"/>
              </a:ext>
            </a:extLst>
          </p:cNvPr>
          <p:cNvCxnSpPr>
            <a:cxnSpLocks/>
            <a:stCxn id="36" idx="2"/>
            <a:endCxn id="5" idx="6"/>
          </p:cNvCxnSpPr>
          <p:nvPr/>
        </p:nvCxnSpPr>
        <p:spPr>
          <a:xfrm flipH="1" flipV="1">
            <a:off x="6423459" y="2075956"/>
            <a:ext cx="1077680" cy="113151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eur droit avec flèche 500">
            <a:extLst>
              <a:ext uri="{FF2B5EF4-FFF2-40B4-BE49-F238E27FC236}">
                <a16:creationId xmlns:a16="http://schemas.microsoft.com/office/drawing/2014/main" id="{2E1A9061-70D4-E4F7-37DB-6272FA4DAD18}"/>
              </a:ext>
            </a:extLst>
          </p:cNvPr>
          <p:cNvCxnSpPr>
            <a:cxnSpLocks/>
            <a:stCxn id="44" idx="2"/>
            <a:endCxn id="5" idx="6"/>
          </p:cNvCxnSpPr>
          <p:nvPr/>
        </p:nvCxnSpPr>
        <p:spPr>
          <a:xfrm flipH="1" flipV="1">
            <a:off x="6423459" y="2075956"/>
            <a:ext cx="1077680" cy="139191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eur droit avec flèche 504">
            <a:extLst>
              <a:ext uri="{FF2B5EF4-FFF2-40B4-BE49-F238E27FC236}">
                <a16:creationId xmlns:a16="http://schemas.microsoft.com/office/drawing/2014/main" id="{84633F02-D548-1BD5-DFC5-144718290A4F}"/>
              </a:ext>
            </a:extLst>
          </p:cNvPr>
          <p:cNvCxnSpPr>
            <a:cxnSpLocks/>
            <a:stCxn id="37" idx="2"/>
            <a:endCxn id="5" idx="6"/>
          </p:cNvCxnSpPr>
          <p:nvPr/>
        </p:nvCxnSpPr>
        <p:spPr>
          <a:xfrm flipH="1" flipV="1">
            <a:off x="6423459" y="2075956"/>
            <a:ext cx="1077680" cy="165231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eur droit avec flèche 508">
            <a:extLst>
              <a:ext uri="{FF2B5EF4-FFF2-40B4-BE49-F238E27FC236}">
                <a16:creationId xmlns:a16="http://schemas.microsoft.com/office/drawing/2014/main" id="{4B7A53B5-172E-359F-F4CD-E77751FE5B75}"/>
              </a:ext>
            </a:extLst>
          </p:cNvPr>
          <p:cNvCxnSpPr>
            <a:cxnSpLocks/>
            <a:stCxn id="48" idx="2"/>
            <a:endCxn id="6" idx="6"/>
          </p:cNvCxnSpPr>
          <p:nvPr/>
        </p:nvCxnSpPr>
        <p:spPr>
          <a:xfrm flipH="1" flipV="1">
            <a:off x="6423459" y="2349329"/>
            <a:ext cx="1077680" cy="33735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72652975-ADFE-42F7-60D7-7E6835DAF30F}"/>
              </a:ext>
            </a:extLst>
          </p:cNvPr>
          <p:cNvCxnSpPr>
            <a:cxnSpLocks/>
            <a:stCxn id="47" idx="2"/>
            <a:endCxn id="6" idx="6"/>
          </p:cNvCxnSpPr>
          <p:nvPr/>
        </p:nvCxnSpPr>
        <p:spPr>
          <a:xfrm flipH="1" flipV="1">
            <a:off x="6423459" y="2349329"/>
            <a:ext cx="1077680" cy="59774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CCBAF7ED-ECDE-80C0-2493-69012BA03AD8}"/>
              </a:ext>
            </a:extLst>
          </p:cNvPr>
          <p:cNvCxnSpPr>
            <a:cxnSpLocks/>
            <a:stCxn id="36" idx="2"/>
            <a:endCxn id="6" idx="6"/>
          </p:cNvCxnSpPr>
          <p:nvPr/>
        </p:nvCxnSpPr>
        <p:spPr>
          <a:xfrm flipH="1" flipV="1">
            <a:off x="6423459" y="2349329"/>
            <a:ext cx="1077680" cy="85814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C912F5B5-6803-04D2-777D-4D5639B6E95B}"/>
              </a:ext>
            </a:extLst>
          </p:cNvPr>
          <p:cNvCxnSpPr>
            <a:cxnSpLocks/>
            <a:stCxn id="44" idx="2"/>
            <a:endCxn id="6" idx="6"/>
          </p:cNvCxnSpPr>
          <p:nvPr/>
        </p:nvCxnSpPr>
        <p:spPr>
          <a:xfrm flipH="1" flipV="1">
            <a:off x="6423459" y="2349329"/>
            <a:ext cx="1077680" cy="111854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6E73F872-7F79-16C8-72F5-6A5B0DB16DE3}"/>
              </a:ext>
            </a:extLst>
          </p:cNvPr>
          <p:cNvCxnSpPr>
            <a:cxnSpLocks/>
            <a:stCxn id="37" idx="2"/>
            <a:endCxn id="6" idx="6"/>
          </p:cNvCxnSpPr>
          <p:nvPr/>
        </p:nvCxnSpPr>
        <p:spPr>
          <a:xfrm flipH="1" flipV="1">
            <a:off x="6423459" y="2349329"/>
            <a:ext cx="1077680" cy="137894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avec flèche 107">
            <a:extLst>
              <a:ext uri="{FF2B5EF4-FFF2-40B4-BE49-F238E27FC236}">
                <a16:creationId xmlns:a16="http://schemas.microsoft.com/office/drawing/2014/main" id="{1FED3692-F68A-95D5-B895-CB8DA7989A81}"/>
              </a:ext>
            </a:extLst>
          </p:cNvPr>
          <p:cNvCxnSpPr>
            <a:cxnSpLocks/>
            <a:stCxn id="48" idx="2"/>
            <a:endCxn id="7" idx="6"/>
          </p:cNvCxnSpPr>
          <p:nvPr/>
        </p:nvCxnSpPr>
        <p:spPr>
          <a:xfrm flipH="1" flipV="1">
            <a:off x="6423459" y="2622702"/>
            <a:ext cx="1077680" cy="639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avec flèche 110">
            <a:extLst>
              <a:ext uri="{FF2B5EF4-FFF2-40B4-BE49-F238E27FC236}">
                <a16:creationId xmlns:a16="http://schemas.microsoft.com/office/drawing/2014/main" id="{88E09B03-DD84-30B3-D89C-1F72F20EAB77}"/>
              </a:ext>
            </a:extLst>
          </p:cNvPr>
          <p:cNvCxnSpPr>
            <a:cxnSpLocks/>
            <a:stCxn id="47" idx="2"/>
          </p:cNvCxnSpPr>
          <p:nvPr/>
        </p:nvCxnSpPr>
        <p:spPr>
          <a:xfrm flipH="1" flipV="1">
            <a:off x="6542208" y="2596641"/>
            <a:ext cx="958931" cy="35043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avec flèche 113">
            <a:extLst>
              <a:ext uri="{FF2B5EF4-FFF2-40B4-BE49-F238E27FC236}">
                <a16:creationId xmlns:a16="http://schemas.microsoft.com/office/drawing/2014/main" id="{C726CCFE-D7E2-BF6E-4886-BFA4BE9730FC}"/>
              </a:ext>
            </a:extLst>
          </p:cNvPr>
          <p:cNvCxnSpPr>
            <a:cxnSpLocks/>
            <a:stCxn id="36" idx="2"/>
            <a:endCxn id="7" idx="6"/>
          </p:cNvCxnSpPr>
          <p:nvPr/>
        </p:nvCxnSpPr>
        <p:spPr>
          <a:xfrm flipH="1" flipV="1">
            <a:off x="6423459" y="2622702"/>
            <a:ext cx="1077680" cy="58477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DF1981CB-88FC-BB29-D51C-4766E338EF6B}"/>
              </a:ext>
            </a:extLst>
          </p:cNvPr>
          <p:cNvCxnSpPr>
            <a:cxnSpLocks/>
            <a:stCxn id="44" idx="2"/>
            <a:endCxn id="7" idx="6"/>
          </p:cNvCxnSpPr>
          <p:nvPr/>
        </p:nvCxnSpPr>
        <p:spPr>
          <a:xfrm flipH="1" flipV="1">
            <a:off x="6423459" y="2622702"/>
            <a:ext cx="1077680" cy="84517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eur droit avec flèche 119">
            <a:extLst>
              <a:ext uri="{FF2B5EF4-FFF2-40B4-BE49-F238E27FC236}">
                <a16:creationId xmlns:a16="http://schemas.microsoft.com/office/drawing/2014/main" id="{EDAAD7F0-FAE7-F670-E526-8A61F9868885}"/>
              </a:ext>
            </a:extLst>
          </p:cNvPr>
          <p:cNvCxnSpPr>
            <a:cxnSpLocks/>
            <a:stCxn id="37" idx="2"/>
            <a:endCxn id="7" idx="6"/>
          </p:cNvCxnSpPr>
          <p:nvPr/>
        </p:nvCxnSpPr>
        <p:spPr>
          <a:xfrm flipH="1" flipV="1">
            <a:off x="6423459" y="2622702"/>
            <a:ext cx="1077680" cy="110556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id="{B5FDAB2C-76E3-F612-3846-BFEF80226662}"/>
              </a:ext>
            </a:extLst>
          </p:cNvPr>
          <p:cNvCxnSpPr>
            <a:cxnSpLocks/>
            <a:stCxn id="48" idx="2"/>
            <a:endCxn id="12" idx="6"/>
          </p:cNvCxnSpPr>
          <p:nvPr/>
        </p:nvCxnSpPr>
        <p:spPr>
          <a:xfrm flipH="1">
            <a:off x="6423459" y="2686679"/>
            <a:ext cx="1077680" cy="20939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avec flèche 125">
            <a:extLst>
              <a:ext uri="{FF2B5EF4-FFF2-40B4-BE49-F238E27FC236}">
                <a16:creationId xmlns:a16="http://schemas.microsoft.com/office/drawing/2014/main" id="{761CAB2D-868A-68C4-6041-59FFF22B47C2}"/>
              </a:ext>
            </a:extLst>
          </p:cNvPr>
          <p:cNvCxnSpPr>
            <a:cxnSpLocks/>
            <a:stCxn id="47" idx="2"/>
            <a:endCxn id="12" idx="6"/>
          </p:cNvCxnSpPr>
          <p:nvPr/>
        </p:nvCxnSpPr>
        <p:spPr>
          <a:xfrm flipH="1" flipV="1">
            <a:off x="6423459" y="2896075"/>
            <a:ext cx="1077680" cy="5100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eur droit avec flèche 513">
            <a:extLst>
              <a:ext uri="{FF2B5EF4-FFF2-40B4-BE49-F238E27FC236}">
                <a16:creationId xmlns:a16="http://schemas.microsoft.com/office/drawing/2014/main" id="{FAE6D7A7-F8F0-C55A-CE08-A62DA7087D4C}"/>
              </a:ext>
            </a:extLst>
          </p:cNvPr>
          <p:cNvCxnSpPr>
            <a:cxnSpLocks/>
            <a:stCxn id="36" idx="2"/>
            <a:endCxn id="12" idx="6"/>
          </p:cNvCxnSpPr>
          <p:nvPr/>
        </p:nvCxnSpPr>
        <p:spPr>
          <a:xfrm flipH="1" flipV="1">
            <a:off x="6423459" y="2896075"/>
            <a:ext cx="1077680" cy="3114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eur droit avec flèche 519">
            <a:extLst>
              <a:ext uri="{FF2B5EF4-FFF2-40B4-BE49-F238E27FC236}">
                <a16:creationId xmlns:a16="http://schemas.microsoft.com/office/drawing/2014/main" id="{48DCC715-AE1C-96D9-3891-BD61A9E97980}"/>
              </a:ext>
            </a:extLst>
          </p:cNvPr>
          <p:cNvCxnSpPr>
            <a:cxnSpLocks/>
            <a:stCxn id="44" idx="2"/>
            <a:endCxn id="12" idx="6"/>
          </p:cNvCxnSpPr>
          <p:nvPr/>
        </p:nvCxnSpPr>
        <p:spPr>
          <a:xfrm flipH="1" flipV="1">
            <a:off x="6423459" y="2896075"/>
            <a:ext cx="1077680" cy="57179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eur droit avec flèche 523">
            <a:extLst>
              <a:ext uri="{FF2B5EF4-FFF2-40B4-BE49-F238E27FC236}">
                <a16:creationId xmlns:a16="http://schemas.microsoft.com/office/drawing/2014/main" id="{7BD2B599-892C-23D5-EEB9-3CA3784A1E53}"/>
              </a:ext>
            </a:extLst>
          </p:cNvPr>
          <p:cNvCxnSpPr>
            <a:cxnSpLocks/>
            <a:stCxn id="37" idx="2"/>
            <a:endCxn id="12" idx="6"/>
          </p:cNvCxnSpPr>
          <p:nvPr/>
        </p:nvCxnSpPr>
        <p:spPr>
          <a:xfrm flipH="1" flipV="1">
            <a:off x="6423459" y="2896075"/>
            <a:ext cx="1077680" cy="83219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eur droit avec flèche 528">
            <a:extLst>
              <a:ext uri="{FF2B5EF4-FFF2-40B4-BE49-F238E27FC236}">
                <a16:creationId xmlns:a16="http://schemas.microsoft.com/office/drawing/2014/main" id="{7AA920E1-A45F-C355-4EBE-4377822EBA55}"/>
              </a:ext>
            </a:extLst>
          </p:cNvPr>
          <p:cNvCxnSpPr>
            <a:cxnSpLocks/>
            <a:stCxn id="48" idx="2"/>
            <a:endCxn id="11" idx="6"/>
          </p:cNvCxnSpPr>
          <p:nvPr/>
        </p:nvCxnSpPr>
        <p:spPr>
          <a:xfrm flipH="1">
            <a:off x="6423459" y="2686679"/>
            <a:ext cx="1077680" cy="48276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eur droit avec flèche 532">
            <a:extLst>
              <a:ext uri="{FF2B5EF4-FFF2-40B4-BE49-F238E27FC236}">
                <a16:creationId xmlns:a16="http://schemas.microsoft.com/office/drawing/2014/main" id="{A419EF26-4810-4E81-07BF-D0400B510362}"/>
              </a:ext>
            </a:extLst>
          </p:cNvPr>
          <p:cNvCxnSpPr>
            <a:cxnSpLocks/>
            <a:stCxn id="47" idx="2"/>
            <a:endCxn id="11" idx="6"/>
          </p:cNvCxnSpPr>
          <p:nvPr/>
        </p:nvCxnSpPr>
        <p:spPr>
          <a:xfrm flipH="1">
            <a:off x="6423459" y="2947077"/>
            <a:ext cx="1077680" cy="22237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eur droit avec flèche 537">
            <a:extLst>
              <a:ext uri="{FF2B5EF4-FFF2-40B4-BE49-F238E27FC236}">
                <a16:creationId xmlns:a16="http://schemas.microsoft.com/office/drawing/2014/main" id="{10991FC1-9515-528D-EE7A-B912667AC8A7}"/>
              </a:ext>
            </a:extLst>
          </p:cNvPr>
          <p:cNvCxnSpPr>
            <a:cxnSpLocks/>
            <a:stCxn id="36" idx="2"/>
            <a:endCxn id="11" idx="6"/>
          </p:cNvCxnSpPr>
          <p:nvPr/>
        </p:nvCxnSpPr>
        <p:spPr>
          <a:xfrm flipH="1" flipV="1">
            <a:off x="6423459" y="3169447"/>
            <a:ext cx="1077680" cy="3802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eur droit avec flèche 546">
            <a:extLst>
              <a:ext uri="{FF2B5EF4-FFF2-40B4-BE49-F238E27FC236}">
                <a16:creationId xmlns:a16="http://schemas.microsoft.com/office/drawing/2014/main" id="{F7E24570-A6F7-067E-8B8B-00EFEB5A2C5D}"/>
              </a:ext>
            </a:extLst>
          </p:cNvPr>
          <p:cNvCxnSpPr>
            <a:cxnSpLocks/>
            <a:stCxn id="44" idx="2"/>
            <a:endCxn id="11" idx="6"/>
          </p:cNvCxnSpPr>
          <p:nvPr/>
        </p:nvCxnSpPr>
        <p:spPr>
          <a:xfrm flipH="1" flipV="1">
            <a:off x="6423459" y="3169447"/>
            <a:ext cx="1077680" cy="29842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eur droit avec flèche 551">
            <a:extLst>
              <a:ext uri="{FF2B5EF4-FFF2-40B4-BE49-F238E27FC236}">
                <a16:creationId xmlns:a16="http://schemas.microsoft.com/office/drawing/2014/main" id="{B07A522B-F2FF-5E5E-B135-1EE528F7D0FC}"/>
              </a:ext>
            </a:extLst>
          </p:cNvPr>
          <p:cNvCxnSpPr>
            <a:cxnSpLocks/>
            <a:stCxn id="37" idx="2"/>
            <a:endCxn id="11" idx="6"/>
          </p:cNvCxnSpPr>
          <p:nvPr/>
        </p:nvCxnSpPr>
        <p:spPr>
          <a:xfrm flipH="1" flipV="1">
            <a:off x="6423459" y="3169447"/>
            <a:ext cx="1077680" cy="55882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eur droit avec flèche 555">
            <a:extLst>
              <a:ext uri="{FF2B5EF4-FFF2-40B4-BE49-F238E27FC236}">
                <a16:creationId xmlns:a16="http://schemas.microsoft.com/office/drawing/2014/main" id="{2D65EA88-9D50-66AF-8541-DBD2001DD70F}"/>
              </a:ext>
            </a:extLst>
          </p:cNvPr>
          <p:cNvCxnSpPr>
            <a:cxnSpLocks/>
            <a:stCxn id="48" idx="2"/>
            <a:endCxn id="9" idx="6"/>
          </p:cNvCxnSpPr>
          <p:nvPr/>
        </p:nvCxnSpPr>
        <p:spPr>
          <a:xfrm flipH="1">
            <a:off x="6423459" y="2686679"/>
            <a:ext cx="1077680" cy="75614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eur droit avec flèche 561">
            <a:extLst>
              <a:ext uri="{FF2B5EF4-FFF2-40B4-BE49-F238E27FC236}">
                <a16:creationId xmlns:a16="http://schemas.microsoft.com/office/drawing/2014/main" id="{965886AA-715E-D8AB-EB67-A6030F8C9D8C}"/>
              </a:ext>
            </a:extLst>
          </p:cNvPr>
          <p:cNvCxnSpPr>
            <a:cxnSpLocks/>
            <a:stCxn id="47" idx="2"/>
            <a:endCxn id="9" idx="6"/>
          </p:cNvCxnSpPr>
          <p:nvPr/>
        </p:nvCxnSpPr>
        <p:spPr>
          <a:xfrm flipH="1">
            <a:off x="6423459" y="2947077"/>
            <a:ext cx="1077680" cy="49574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eur droit avec flèche 565">
            <a:extLst>
              <a:ext uri="{FF2B5EF4-FFF2-40B4-BE49-F238E27FC236}">
                <a16:creationId xmlns:a16="http://schemas.microsoft.com/office/drawing/2014/main" id="{BDCE19A7-953B-3985-2611-2C30AB37902C}"/>
              </a:ext>
            </a:extLst>
          </p:cNvPr>
          <p:cNvCxnSpPr>
            <a:cxnSpLocks/>
            <a:stCxn id="36" idx="2"/>
            <a:endCxn id="9" idx="6"/>
          </p:cNvCxnSpPr>
          <p:nvPr/>
        </p:nvCxnSpPr>
        <p:spPr>
          <a:xfrm flipH="1">
            <a:off x="6423459" y="3207475"/>
            <a:ext cx="1077680" cy="23534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eur droit avec flèche 568">
            <a:extLst>
              <a:ext uri="{FF2B5EF4-FFF2-40B4-BE49-F238E27FC236}">
                <a16:creationId xmlns:a16="http://schemas.microsoft.com/office/drawing/2014/main" id="{83278E03-B261-0777-98FF-10F8EE1C3848}"/>
              </a:ext>
            </a:extLst>
          </p:cNvPr>
          <p:cNvCxnSpPr>
            <a:cxnSpLocks/>
            <a:stCxn id="44" idx="2"/>
            <a:endCxn id="9" idx="6"/>
          </p:cNvCxnSpPr>
          <p:nvPr/>
        </p:nvCxnSpPr>
        <p:spPr>
          <a:xfrm flipH="1" flipV="1">
            <a:off x="6423459" y="3442820"/>
            <a:ext cx="1077680" cy="2505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eur droit avec flèche 571">
            <a:extLst>
              <a:ext uri="{FF2B5EF4-FFF2-40B4-BE49-F238E27FC236}">
                <a16:creationId xmlns:a16="http://schemas.microsoft.com/office/drawing/2014/main" id="{851E8A7B-3C95-9663-4FD6-41A1F848BE1C}"/>
              </a:ext>
            </a:extLst>
          </p:cNvPr>
          <p:cNvCxnSpPr>
            <a:cxnSpLocks/>
            <a:stCxn id="37" idx="2"/>
            <a:endCxn id="9" idx="6"/>
          </p:cNvCxnSpPr>
          <p:nvPr/>
        </p:nvCxnSpPr>
        <p:spPr>
          <a:xfrm flipH="1" flipV="1">
            <a:off x="6423459" y="3442820"/>
            <a:ext cx="1077680" cy="28545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eur droit avec flèche 574">
            <a:extLst>
              <a:ext uri="{FF2B5EF4-FFF2-40B4-BE49-F238E27FC236}">
                <a16:creationId xmlns:a16="http://schemas.microsoft.com/office/drawing/2014/main" id="{D08B2079-F000-7D10-7CC0-012B63D29713}"/>
              </a:ext>
            </a:extLst>
          </p:cNvPr>
          <p:cNvCxnSpPr>
            <a:cxnSpLocks/>
            <a:stCxn id="48" idx="2"/>
            <a:endCxn id="10" idx="6"/>
          </p:cNvCxnSpPr>
          <p:nvPr/>
        </p:nvCxnSpPr>
        <p:spPr>
          <a:xfrm flipH="1">
            <a:off x="6423459" y="2686679"/>
            <a:ext cx="1077680" cy="102951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E7AF8CE7-20D8-C3BA-D83D-4F63D8AC4536}"/>
              </a:ext>
            </a:extLst>
          </p:cNvPr>
          <p:cNvCxnSpPr>
            <a:cxnSpLocks/>
            <a:stCxn id="47" idx="2"/>
            <a:endCxn id="10" idx="6"/>
          </p:cNvCxnSpPr>
          <p:nvPr/>
        </p:nvCxnSpPr>
        <p:spPr>
          <a:xfrm flipH="1">
            <a:off x="6423459" y="2947077"/>
            <a:ext cx="1077680" cy="76911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653C55BE-1E57-7D8A-027F-41B6DD07FD5C}"/>
              </a:ext>
            </a:extLst>
          </p:cNvPr>
          <p:cNvCxnSpPr>
            <a:cxnSpLocks/>
            <a:stCxn id="36" idx="2"/>
            <a:endCxn id="10" idx="6"/>
          </p:cNvCxnSpPr>
          <p:nvPr/>
        </p:nvCxnSpPr>
        <p:spPr>
          <a:xfrm flipH="1">
            <a:off x="6423459" y="3207475"/>
            <a:ext cx="1077680" cy="5087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35">
            <a:extLst>
              <a:ext uri="{FF2B5EF4-FFF2-40B4-BE49-F238E27FC236}">
                <a16:creationId xmlns:a16="http://schemas.microsoft.com/office/drawing/2014/main" id="{BA575302-BE9D-0BA5-192D-1580283C641C}"/>
              </a:ext>
            </a:extLst>
          </p:cNvPr>
          <p:cNvCxnSpPr>
            <a:cxnSpLocks/>
            <a:stCxn id="44" idx="2"/>
            <a:endCxn id="10" idx="6"/>
          </p:cNvCxnSpPr>
          <p:nvPr/>
        </p:nvCxnSpPr>
        <p:spPr>
          <a:xfrm flipH="1">
            <a:off x="6423459" y="3467873"/>
            <a:ext cx="1077680" cy="24832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eur droit avec flèche 138">
            <a:extLst>
              <a:ext uri="{FF2B5EF4-FFF2-40B4-BE49-F238E27FC236}">
                <a16:creationId xmlns:a16="http://schemas.microsoft.com/office/drawing/2014/main" id="{DF1BEC3E-1173-AD5D-3F33-5409B9C94FCA}"/>
              </a:ext>
            </a:extLst>
          </p:cNvPr>
          <p:cNvCxnSpPr>
            <a:cxnSpLocks/>
            <a:stCxn id="37" idx="2"/>
            <a:endCxn id="10" idx="6"/>
          </p:cNvCxnSpPr>
          <p:nvPr/>
        </p:nvCxnSpPr>
        <p:spPr>
          <a:xfrm flipH="1" flipV="1">
            <a:off x="6423459" y="3716196"/>
            <a:ext cx="1077680" cy="1207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eur droit avec flèche 575">
            <a:extLst>
              <a:ext uri="{FF2B5EF4-FFF2-40B4-BE49-F238E27FC236}">
                <a16:creationId xmlns:a16="http://schemas.microsoft.com/office/drawing/2014/main" id="{983B6721-04A3-8077-734E-A2DA14460ECA}"/>
              </a:ext>
            </a:extLst>
          </p:cNvPr>
          <p:cNvCxnSpPr>
            <a:cxnSpLocks/>
            <a:stCxn id="635" idx="2"/>
            <a:endCxn id="37" idx="6"/>
          </p:cNvCxnSpPr>
          <p:nvPr/>
        </p:nvCxnSpPr>
        <p:spPr>
          <a:xfrm flipH="1" flipV="1">
            <a:off x="7706329" y="3728270"/>
            <a:ext cx="1145535" cy="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eur droit avec flèche 581">
            <a:extLst>
              <a:ext uri="{FF2B5EF4-FFF2-40B4-BE49-F238E27FC236}">
                <a16:creationId xmlns:a16="http://schemas.microsoft.com/office/drawing/2014/main" id="{E145F230-DDE8-51B5-38BB-CC5465C0D4D2}"/>
              </a:ext>
            </a:extLst>
          </p:cNvPr>
          <p:cNvCxnSpPr>
            <a:cxnSpLocks/>
            <a:stCxn id="635" idx="2"/>
            <a:endCxn id="44" idx="6"/>
          </p:cNvCxnSpPr>
          <p:nvPr/>
        </p:nvCxnSpPr>
        <p:spPr>
          <a:xfrm flipH="1" flipV="1">
            <a:off x="7706329" y="3467873"/>
            <a:ext cx="1145535" cy="26039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eur droit avec flèche 585">
            <a:extLst>
              <a:ext uri="{FF2B5EF4-FFF2-40B4-BE49-F238E27FC236}">
                <a16:creationId xmlns:a16="http://schemas.microsoft.com/office/drawing/2014/main" id="{DFD932F4-C004-66DA-6836-0BF298DE1969}"/>
              </a:ext>
            </a:extLst>
          </p:cNvPr>
          <p:cNvCxnSpPr>
            <a:cxnSpLocks/>
            <a:stCxn id="635" idx="2"/>
            <a:endCxn id="36" idx="6"/>
          </p:cNvCxnSpPr>
          <p:nvPr/>
        </p:nvCxnSpPr>
        <p:spPr>
          <a:xfrm flipH="1" flipV="1">
            <a:off x="7706329" y="3207475"/>
            <a:ext cx="1145535" cy="52079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eur droit avec flèche 588">
            <a:extLst>
              <a:ext uri="{FF2B5EF4-FFF2-40B4-BE49-F238E27FC236}">
                <a16:creationId xmlns:a16="http://schemas.microsoft.com/office/drawing/2014/main" id="{AF4C4BB6-2FB0-39D5-532B-2292769CA93E}"/>
              </a:ext>
            </a:extLst>
          </p:cNvPr>
          <p:cNvCxnSpPr>
            <a:cxnSpLocks/>
            <a:stCxn id="635" idx="2"/>
            <a:endCxn id="47" idx="6"/>
          </p:cNvCxnSpPr>
          <p:nvPr/>
        </p:nvCxnSpPr>
        <p:spPr>
          <a:xfrm flipH="1" flipV="1">
            <a:off x="7706329" y="2947077"/>
            <a:ext cx="1145535" cy="78119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eur droit avec flèche 591">
            <a:extLst>
              <a:ext uri="{FF2B5EF4-FFF2-40B4-BE49-F238E27FC236}">
                <a16:creationId xmlns:a16="http://schemas.microsoft.com/office/drawing/2014/main" id="{4F39DBA0-F6BE-BD8D-4605-25908F1E95B3}"/>
              </a:ext>
            </a:extLst>
          </p:cNvPr>
          <p:cNvCxnSpPr>
            <a:cxnSpLocks/>
            <a:stCxn id="635" idx="2"/>
            <a:endCxn id="48" idx="6"/>
          </p:cNvCxnSpPr>
          <p:nvPr/>
        </p:nvCxnSpPr>
        <p:spPr>
          <a:xfrm flipH="1" flipV="1">
            <a:off x="7706329" y="2686679"/>
            <a:ext cx="1145535" cy="104159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eur droit avec flèche 594">
            <a:extLst>
              <a:ext uri="{FF2B5EF4-FFF2-40B4-BE49-F238E27FC236}">
                <a16:creationId xmlns:a16="http://schemas.microsoft.com/office/drawing/2014/main" id="{4F3DE663-F628-4826-93E1-1EE3DB857063}"/>
              </a:ext>
            </a:extLst>
          </p:cNvPr>
          <p:cNvCxnSpPr>
            <a:cxnSpLocks/>
            <a:stCxn id="634" idx="2"/>
            <a:endCxn id="48" idx="6"/>
          </p:cNvCxnSpPr>
          <p:nvPr/>
        </p:nvCxnSpPr>
        <p:spPr>
          <a:xfrm flipH="1" flipV="1">
            <a:off x="7706329" y="2686679"/>
            <a:ext cx="1145535" cy="49484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eur droit avec flèche 598">
            <a:extLst>
              <a:ext uri="{FF2B5EF4-FFF2-40B4-BE49-F238E27FC236}">
                <a16:creationId xmlns:a16="http://schemas.microsoft.com/office/drawing/2014/main" id="{41E71B10-1BD6-DAF7-1E0F-5002AE945B6E}"/>
              </a:ext>
            </a:extLst>
          </p:cNvPr>
          <p:cNvCxnSpPr>
            <a:cxnSpLocks/>
            <a:stCxn id="634" idx="2"/>
            <a:endCxn id="47" idx="6"/>
          </p:cNvCxnSpPr>
          <p:nvPr/>
        </p:nvCxnSpPr>
        <p:spPr>
          <a:xfrm flipH="1" flipV="1">
            <a:off x="7706329" y="2947077"/>
            <a:ext cx="1145535" cy="23444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eur droit avec flèche 601">
            <a:extLst>
              <a:ext uri="{FF2B5EF4-FFF2-40B4-BE49-F238E27FC236}">
                <a16:creationId xmlns:a16="http://schemas.microsoft.com/office/drawing/2014/main" id="{F0CA1C84-901F-9797-241F-A75E89759DFB}"/>
              </a:ext>
            </a:extLst>
          </p:cNvPr>
          <p:cNvCxnSpPr>
            <a:cxnSpLocks/>
            <a:stCxn id="634" idx="2"/>
            <a:endCxn id="36" idx="6"/>
          </p:cNvCxnSpPr>
          <p:nvPr/>
        </p:nvCxnSpPr>
        <p:spPr>
          <a:xfrm flipH="1">
            <a:off x="7706329" y="3181526"/>
            <a:ext cx="1145535" cy="2594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eur droit avec flèche 604">
            <a:extLst>
              <a:ext uri="{FF2B5EF4-FFF2-40B4-BE49-F238E27FC236}">
                <a16:creationId xmlns:a16="http://schemas.microsoft.com/office/drawing/2014/main" id="{AD486971-825A-4981-64FB-F97DEFF1D89D}"/>
              </a:ext>
            </a:extLst>
          </p:cNvPr>
          <p:cNvCxnSpPr>
            <a:cxnSpLocks/>
            <a:stCxn id="634" idx="2"/>
            <a:endCxn id="44" idx="6"/>
          </p:cNvCxnSpPr>
          <p:nvPr/>
        </p:nvCxnSpPr>
        <p:spPr>
          <a:xfrm flipH="1">
            <a:off x="7706329" y="3181526"/>
            <a:ext cx="1145535" cy="28634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eur droit avec flèche 613">
            <a:extLst>
              <a:ext uri="{FF2B5EF4-FFF2-40B4-BE49-F238E27FC236}">
                <a16:creationId xmlns:a16="http://schemas.microsoft.com/office/drawing/2014/main" id="{D296FE2E-52D5-F1E9-00A4-36B6573B6E93}"/>
              </a:ext>
            </a:extLst>
          </p:cNvPr>
          <p:cNvCxnSpPr>
            <a:cxnSpLocks/>
            <a:stCxn id="634" idx="2"/>
            <a:endCxn id="37" idx="6"/>
          </p:cNvCxnSpPr>
          <p:nvPr/>
        </p:nvCxnSpPr>
        <p:spPr>
          <a:xfrm flipH="1">
            <a:off x="7706329" y="3181526"/>
            <a:ext cx="1145535" cy="54674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eur droit avec flèche 617">
            <a:extLst>
              <a:ext uri="{FF2B5EF4-FFF2-40B4-BE49-F238E27FC236}">
                <a16:creationId xmlns:a16="http://schemas.microsoft.com/office/drawing/2014/main" id="{47EB9657-31C0-89D4-FEEF-1B16F0695F53}"/>
              </a:ext>
            </a:extLst>
          </p:cNvPr>
          <p:cNvCxnSpPr>
            <a:cxnSpLocks/>
            <a:stCxn id="636" idx="2"/>
            <a:endCxn id="37" idx="6"/>
          </p:cNvCxnSpPr>
          <p:nvPr/>
        </p:nvCxnSpPr>
        <p:spPr>
          <a:xfrm flipH="1">
            <a:off x="7706329" y="3454898"/>
            <a:ext cx="1145535" cy="27337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eur droit avec flèche 626">
            <a:extLst>
              <a:ext uri="{FF2B5EF4-FFF2-40B4-BE49-F238E27FC236}">
                <a16:creationId xmlns:a16="http://schemas.microsoft.com/office/drawing/2014/main" id="{BE6C4591-872B-754B-57D0-34F2407E0967}"/>
              </a:ext>
            </a:extLst>
          </p:cNvPr>
          <p:cNvCxnSpPr>
            <a:cxnSpLocks/>
            <a:stCxn id="636" idx="2"/>
            <a:endCxn id="44" idx="6"/>
          </p:cNvCxnSpPr>
          <p:nvPr/>
        </p:nvCxnSpPr>
        <p:spPr>
          <a:xfrm flipH="1">
            <a:off x="7706329" y="3454898"/>
            <a:ext cx="1145535" cy="1297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eur droit avec flèche 629">
            <a:extLst>
              <a:ext uri="{FF2B5EF4-FFF2-40B4-BE49-F238E27FC236}">
                <a16:creationId xmlns:a16="http://schemas.microsoft.com/office/drawing/2014/main" id="{D855E45C-1E2D-B4EC-F293-D9A0DECE9328}"/>
              </a:ext>
            </a:extLst>
          </p:cNvPr>
          <p:cNvCxnSpPr>
            <a:cxnSpLocks/>
            <a:stCxn id="636" idx="2"/>
            <a:endCxn id="36" idx="6"/>
          </p:cNvCxnSpPr>
          <p:nvPr/>
        </p:nvCxnSpPr>
        <p:spPr>
          <a:xfrm flipH="1" flipV="1">
            <a:off x="7706329" y="3207475"/>
            <a:ext cx="1145535" cy="24742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eur droit avec flèche 638">
            <a:extLst>
              <a:ext uri="{FF2B5EF4-FFF2-40B4-BE49-F238E27FC236}">
                <a16:creationId xmlns:a16="http://schemas.microsoft.com/office/drawing/2014/main" id="{8171AE0D-926C-A869-1B56-68ECB50CCF82}"/>
              </a:ext>
            </a:extLst>
          </p:cNvPr>
          <p:cNvCxnSpPr>
            <a:cxnSpLocks/>
            <a:stCxn id="636" idx="2"/>
            <a:endCxn id="47" idx="6"/>
          </p:cNvCxnSpPr>
          <p:nvPr/>
        </p:nvCxnSpPr>
        <p:spPr>
          <a:xfrm flipH="1" flipV="1">
            <a:off x="7706329" y="2947077"/>
            <a:ext cx="1145535" cy="50782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eur droit avec flèche 643">
            <a:extLst>
              <a:ext uri="{FF2B5EF4-FFF2-40B4-BE49-F238E27FC236}">
                <a16:creationId xmlns:a16="http://schemas.microsoft.com/office/drawing/2014/main" id="{C8DC5C36-2FBD-B481-53F9-DB9E9CE0056A}"/>
              </a:ext>
            </a:extLst>
          </p:cNvPr>
          <p:cNvCxnSpPr>
            <a:cxnSpLocks/>
            <a:stCxn id="636" idx="2"/>
            <a:endCxn id="48" idx="6"/>
          </p:cNvCxnSpPr>
          <p:nvPr/>
        </p:nvCxnSpPr>
        <p:spPr>
          <a:xfrm flipH="1" flipV="1">
            <a:off x="7706329" y="2686679"/>
            <a:ext cx="1145535" cy="76821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eur droit avec flèche 612">
            <a:extLst>
              <a:ext uri="{FF2B5EF4-FFF2-40B4-BE49-F238E27FC236}">
                <a16:creationId xmlns:a16="http://schemas.microsoft.com/office/drawing/2014/main" id="{BF7AF26B-5291-954A-C546-56F15B5C33F1}"/>
              </a:ext>
            </a:extLst>
          </p:cNvPr>
          <p:cNvCxnSpPr>
            <a:cxnSpLocks/>
            <a:stCxn id="658" idx="2"/>
            <a:endCxn id="421" idx="6"/>
          </p:cNvCxnSpPr>
          <p:nvPr/>
        </p:nvCxnSpPr>
        <p:spPr>
          <a:xfrm flipH="1">
            <a:off x="6423459" y="4231022"/>
            <a:ext cx="2428405" cy="0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6" name="ZoneTexte 665">
            <a:extLst>
              <a:ext uri="{FF2B5EF4-FFF2-40B4-BE49-F238E27FC236}">
                <a16:creationId xmlns:a16="http://schemas.microsoft.com/office/drawing/2014/main" id="{58362A4C-0778-BB42-1E74-69ADCF26F849}"/>
              </a:ext>
            </a:extLst>
          </p:cNvPr>
          <p:cNvSpPr txBox="1"/>
          <p:nvPr/>
        </p:nvSpPr>
        <p:spPr>
          <a:xfrm>
            <a:off x="6669375" y="2046938"/>
            <a:ext cx="173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i="1" noProof="0" dirty="0"/>
              <a:t>Activation</a:t>
            </a:r>
            <a:br>
              <a:rPr lang="en-GB" sz="1200" i="1" noProof="0" dirty="0"/>
            </a:br>
            <a:r>
              <a:rPr lang="en-GB" sz="1200" i="1" noProof="0" dirty="0"/>
              <a:t>GELU</a:t>
            </a:r>
          </a:p>
        </p:txBody>
      </p:sp>
      <p:sp>
        <p:nvSpPr>
          <p:cNvPr id="668" name="ZoneTexte 667">
            <a:extLst>
              <a:ext uri="{FF2B5EF4-FFF2-40B4-BE49-F238E27FC236}">
                <a16:creationId xmlns:a16="http://schemas.microsoft.com/office/drawing/2014/main" id="{7BB14309-002F-B33A-2F9E-33423C8C7576}"/>
              </a:ext>
            </a:extLst>
          </p:cNvPr>
          <p:cNvSpPr txBox="1"/>
          <p:nvPr/>
        </p:nvSpPr>
        <p:spPr>
          <a:xfrm>
            <a:off x="4960610" y="4759201"/>
            <a:ext cx="1199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i="1" noProof="0" dirty="0"/>
              <a:t>Dense 512x27</a:t>
            </a:r>
          </a:p>
        </p:txBody>
      </p:sp>
      <p:sp>
        <p:nvSpPr>
          <p:cNvPr id="673" name="ZoneTexte 672">
            <a:extLst>
              <a:ext uri="{FF2B5EF4-FFF2-40B4-BE49-F238E27FC236}">
                <a16:creationId xmlns:a16="http://schemas.microsoft.com/office/drawing/2014/main" id="{33414CA7-6EE1-237D-4620-3363139151FF}"/>
              </a:ext>
            </a:extLst>
          </p:cNvPr>
          <p:cNvSpPr txBox="1"/>
          <p:nvPr/>
        </p:nvSpPr>
        <p:spPr>
          <a:xfrm rot="1749925">
            <a:off x="6407422" y="2157948"/>
            <a:ext cx="1199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i="1" noProof="0" dirty="0"/>
              <a:t>Dense 539x256</a:t>
            </a:r>
          </a:p>
        </p:txBody>
      </p:sp>
      <p:sp>
        <p:nvSpPr>
          <p:cNvPr id="674" name="ZoneTexte 673">
            <a:extLst>
              <a:ext uri="{FF2B5EF4-FFF2-40B4-BE49-F238E27FC236}">
                <a16:creationId xmlns:a16="http://schemas.microsoft.com/office/drawing/2014/main" id="{B4F378FB-4CB6-0AE5-19C6-BCCFFBE9B381}"/>
              </a:ext>
            </a:extLst>
          </p:cNvPr>
          <p:cNvSpPr txBox="1"/>
          <p:nvPr/>
        </p:nvSpPr>
        <p:spPr>
          <a:xfrm>
            <a:off x="7679393" y="3687792"/>
            <a:ext cx="11994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i="1" noProof="0" dirty="0"/>
              <a:t>Dense 256x256</a:t>
            </a:r>
          </a:p>
        </p:txBody>
      </p:sp>
      <p:sp>
        <p:nvSpPr>
          <p:cNvPr id="677" name="Forme libre : forme 676">
            <a:extLst>
              <a:ext uri="{FF2B5EF4-FFF2-40B4-BE49-F238E27FC236}">
                <a16:creationId xmlns:a16="http://schemas.microsoft.com/office/drawing/2014/main" id="{BAB3B9B6-41C6-43D5-C267-81A6A1253545}"/>
              </a:ext>
            </a:extLst>
          </p:cNvPr>
          <p:cNvSpPr/>
          <p:nvPr/>
        </p:nvSpPr>
        <p:spPr>
          <a:xfrm>
            <a:off x="10447828" y="2785293"/>
            <a:ext cx="314092" cy="1503820"/>
          </a:xfrm>
          <a:custGeom>
            <a:avLst/>
            <a:gdLst>
              <a:gd name="csX0" fmla="*/ 353677 w 353677"/>
              <a:gd name="csY0" fmla="*/ 0 h 489857"/>
              <a:gd name="csX1" fmla="*/ 51598 w 353677"/>
              <a:gd name="csY1" fmla="*/ 220436 h 489857"/>
              <a:gd name="csX2" fmla="*/ 2613 w 353677"/>
              <a:gd name="csY2" fmla="*/ 489857 h 4898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3677" h="489857">
                <a:moveTo>
                  <a:pt x="353677" y="0"/>
                </a:moveTo>
                <a:cubicBezTo>
                  <a:pt x="231893" y="69396"/>
                  <a:pt x="110109" y="138793"/>
                  <a:pt x="51598" y="220436"/>
                </a:cubicBezTo>
                <a:cubicBezTo>
                  <a:pt x="-6913" y="302079"/>
                  <a:pt x="-2150" y="395968"/>
                  <a:pt x="2613" y="489857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78" name="ZoneTexte 677">
            <a:extLst>
              <a:ext uri="{FF2B5EF4-FFF2-40B4-BE49-F238E27FC236}">
                <a16:creationId xmlns:a16="http://schemas.microsoft.com/office/drawing/2014/main" id="{38018C5C-6BD9-5DA1-723F-46EA8E89A097}"/>
              </a:ext>
            </a:extLst>
          </p:cNvPr>
          <p:cNvSpPr txBox="1"/>
          <p:nvPr/>
        </p:nvSpPr>
        <p:spPr>
          <a:xfrm>
            <a:off x="10349177" y="2133007"/>
            <a:ext cx="1280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noProof="0" dirty="0">
                <a:solidFill>
                  <a:srgbClr val="C00000"/>
                </a:solidFill>
              </a:rPr>
              <a:t>Threshold</a:t>
            </a:r>
            <a:br>
              <a:rPr lang="en-GB" b="1" noProof="0" dirty="0">
                <a:solidFill>
                  <a:srgbClr val="C00000"/>
                </a:solidFill>
              </a:rPr>
            </a:br>
            <a:r>
              <a:rPr lang="en-GB" b="1" noProof="0" dirty="0">
                <a:solidFill>
                  <a:srgbClr val="C00000"/>
                </a:solidFill>
              </a:rPr>
              <a:t>per layer</a:t>
            </a:r>
          </a:p>
        </p:txBody>
      </p:sp>
      <p:sp>
        <p:nvSpPr>
          <p:cNvPr id="680" name="ZoneTexte 679">
            <a:extLst>
              <a:ext uri="{FF2B5EF4-FFF2-40B4-BE49-F238E27FC236}">
                <a16:creationId xmlns:a16="http://schemas.microsoft.com/office/drawing/2014/main" id="{836F0A8B-F7CA-615E-C626-F08843506AB4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70337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C628C-4E88-3569-4419-70646EAA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7D96D7-8220-0E19-5D23-DF8D00E19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0407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noProof="0" dirty="0"/>
              <a:t>Results by genres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66B7C1-A6C9-44AA-6A1A-66973DDF8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928"/>
          <a:stretch>
            <a:fillRect/>
          </a:stretch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F3D1D97-6F8E-86E4-87F0-74957AC63982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31874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12D06-06DE-E55C-3ADC-F4CA7EE4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89379C9-85C0-71D9-7469-E581F3AFC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by models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A2A0154-E3B8-BC78-77A3-78B3C73B6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975" y="1845426"/>
            <a:ext cx="9698997" cy="445030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D77900D-AE4D-32D2-8938-EE1ABA98D0C3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9802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77F4-A21D-0482-E7DA-CEAB5A3FD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6B8BB3-989E-77E1-F2DB-71FD298F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noProof="0" dirty="0"/>
              <a:t>Jaccard VS Accuracy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C37CBBC-4DA2-1B61-EF5E-C310E8B2172B}"/>
              </a:ext>
            </a:extLst>
          </p:cNvPr>
          <p:cNvSpPr txBox="1"/>
          <p:nvPr/>
        </p:nvSpPr>
        <p:spPr>
          <a:xfrm>
            <a:off x="638070" y="2859614"/>
            <a:ext cx="513889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noProof="0" dirty="0">
                <a:solidFill>
                  <a:srgbClr val="C00000"/>
                </a:solidFill>
              </a:rPr>
              <a:t>Accuracy</a:t>
            </a:r>
            <a:br>
              <a:rPr lang="en-GB" sz="2800" b="1" noProof="0" dirty="0">
                <a:solidFill>
                  <a:srgbClr val="C00000"/>
                </a:solidFill>
              </a:rPr>
            </a:br>
            <a:r>
              <a:rPr lang="en-GB" sz="2000" i="1" noProof="0" dirty="0">
                <a:solidFill>
                  <a:srgbClr val="C00000"/>
                </a:solidFill>
              </a:rPr>
              <a:t>Perfect match</a:t>
            </a:r>
            <a:br>
              <a:rPr lang="en-GB" sz="2000" i="1" noProof="0" dirty="0">
                <a:solidFill>
                  <a:srgbClr val="C00000"/>
                </a:solidFill>
              </a:rPr>
            </a:br>
            <a:r>
              <a:rPr lang="en-GB" sz="2000" i="1" noProof="0" dirty="0">
                <a:solidFill>
                  <a:srgbClr val="C00000"/>
                </a:solidFill>
              </a:rPr>
              <a:t>Meaningless because of imbalance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DBB0750-29A2-F5AD-6F0F-CC32ADFBF6DD}"/>
              </a:ext>
            </a:extLst>
          </p:cNvPr>
          <p:cNvSpPr txBox="1"/>
          <p:nvPr/>
        </p:nvSpPr>
        <p:spPr>
          <a:xfrm>
            <a:off x="6415035" y="2859614"/>
            <a:ext cx="513889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noProof="0" dirty="0">
                <a:solidFill>
                  <a:schemeClr val="accent3"/>
                </a:solidFill>
              </a:rPr>
              <a:t>Jaccard</a:t>
            </a:r>
            <a:br>
              <a:rPr lang="en-GB" sz="2800" b="1" noProof="0" dirty="0">
                <a:solidFill>
                  <a:schemeClr val="accent3"/>
                </a:solidFill>
              </a:rPr>
            </a:br>
            <a:r>
              <a:rPr lang="en-GB" sz="2000" i="1" noProof="0" dirty="0">
                <a:solidFill>
                  <a:schemeClr val="accent3"/>
                </a:solidFill>
              </a:rPr>
              <a:t>Account for partial matches</a:t>
            </a:r>
            <a:br>
              <a:rPr lang="en-GB" sz="2000" i="1" noProof="0" dirty="0">
                <a:solidFill>
                  <a:schemeClr val="accent3"/>
                </a:solidFill>
              </a:rPr>
            </a:br>
            <a:r>
              <a:rPr lang="en-GB" sz="2000" i="1" noProof="0" dirty="0">
                <a:solidFill>
                  <a:schemeClr val="accent3"/>
                </a:solidFill>
              </a:rPr>
              <a:t>Work in imbalanced environment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6526491-383A-8572-531C-2EA0D75A6FAD}"/>
              </a:ext>
            </a:extLst>
          </p:cNvPr>
          <p:cNvSpPr txBox="1"/>
          <p:nvPr/>
        </p:nvSpPr>
        <p:spPr>
          <a:xfrm>
            <a:off x="11738344" y="6491187"/>
            <a:ext cx="453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63213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C6671-871D-A3C7-1EEF-DC00F1C2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85AF635-4904-5B09-2F59-E466673F6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0A77B520-58DC-6453-4BD3-F6B03A3BB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8" y="637762"/>
            <a:ext cx="4284397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5100" b="1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FFCF07-ECD2-4E7F-4961-374AC37A6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349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t par terre">
            <a:extLst>
              <a:ext uri="{FF2B5EF4-FFF2-40B4-BE49-F238E27FC236}">
                <a16:creationId xmlns:a16="http://schemas.microsoft.com/office/drawing/2014/main" id="{0630AFE3-C2C1-027F-1EB8-C463FC9F0B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0" b="1448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BD58751F-22AB-B4EB-384A-A67189EC8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299176"/>
            <a:ext cx="4131368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3600" b="1" noProof="0" dirty="0"/>
              <a:t>Thank you for your attention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4F795D40-001D-9DA5-B8CA-664926F3A866}"/>
              </a:ext>
            </a:extLst>
          </p:cNvPr>
          <p:cNvSpPr txBox="1"/>
          <p:nvPr/>
        </p:nvSpPr>
        <p:spPr>
          <a:xfrm>
            <a:off x="2103212" y="3585410"/>
            <a:ext cx="41186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Arno LESAGE, Minh QUAN HOANG</a:t>
            </a:r>
            <a:b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GB" sz="1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78879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501</Words>
  <Application>Microsoft Office PowerPoint</Application>
  <PresentationFormat>Grand écran</PresentationFormat>
  <Paragraphs>133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Thème Office</vt:lpstr>
      <vt:lpstr>1_Thème Office</vt:lpstr>
      <vt:lpstr>Natural Language Processing Web/Light Novel Genres Classification</vt:lpstr>
      <vt:lpstr>Discovery and Preprocessing</vt:lpstr>
      <vt:lpstr>What is a Web/Light Novel?</vt:lpstr>
      <vt:lpstr>Minor difference between WB and LN?</vt:lpstr>
      <vt:lpstr>Our dataset, challenges and question.</vt:lpstr>
      <vt:lpstr>Présentation PowerPoint</vt:lpstr>
      <vt:lpstr>How imbalanced and correlated is the dataset?</vt:lpstr>
      <vt:lpstr>How imbalanced and correlated is the dataset? (2)</vt:lpstr>
      <vt:lpstr>Bayes and Logistic Preprocessing pipeline</vt:lpstr>
      <vt:lpstr>BERT Preprocessing pipeline</vt:lpstr>
      <vt:lpstr>Models and results</vt:lpstr>
      <vt:lpstr>Models</vt:lpstr>
      <vt:lpstr>MLP over BERT Embedding (Correlation)</vt:lpstr>
      <vt:lpstr>MLP over BERT Embedding (Refinement)</vt:lpstr>
      <vt:lpstr>Results by genres</vt:lpstr>
      <vt:lpstr>Results by models</vt:lpstr>
      <vt:lpstr>Jaccard VS Accuracy</vt:lpstr>
      <vt:lpstr>Conclusion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 Lesage</dc:creator>
  <cp:lastModifiedBy>Arno Lesage</cp:lastModifiedBy>
  <cp:revision>9</cp:revision>
  <dcterms:created xsi:type="dcterms:W3CDTF">2026-04-19T10:02:15Z</dcterms:created>
  <dcterms:modified xsi:type="dcterms:W3CDTF">2026-04-19T16:18:39Z</dcterms:modified>
</cp:coreProperties>
</file>